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96" autoAdjust="0"/>
    <p:restoredTop sz="94660"/>
  </p:normalViewPr>
  <p:slideViewPr>
    <p:cSldViewPr snapToGrid="0">
      <p:cViewPr>
        <p:scale>
          <a:sx n="58" d="100"/>
          <a:sy n="58" d="100"/>
        </p:scale>
        <p:origin x="5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361402-8EC1-4A0B-A76F-F7073AE9D56D}" type="doc">
      <dgm:prSet loTypeId="urn:microsoft.com/office/officeart/2005/8/layout/hierarchy3" loCatId="hierarchy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57C817F-28F1-4815-B7EF-D3CAD1FB8B97}">
      <dgm:prSet/>
      <dgm:spPr/>
      <dgm:t>
        <a:bodyPr/>
        <a:lstStyle/>
        <a:p>
          <a:r>
            <a:rPr lang="it-IT"/>
            <a:t>Giuseppe Luisi</a:t>
          </a:r>
          <a:endParaRPr lang="en-US"/>
        </a:p>
      </dgm:t>
    </dgm:pt>
    <dgm:pt modelId="{9700F47F-BECE-4C1E-AE71-C1E886102AE8}" type="parTrans" cxnId="{D4CFFB66-AC4E-4566-806A-887FC6E2C54A}">
      <dgm:prSet/>
      <dgm:spPr/>
      <dgm:t>
        <a:bodyPr/>
        <a:lstStyle/>
        <a:p>
          <a:endParaRPr lang="en-US"/>
        </a:p>
      </dgm:t>
    </dgm:pt>
    <dgm:pt modelId="{13814A75-C519-4795-A3E3-EB578E535BFC}" type="sibTrans" cxnId="{D4CFFB66-AC4E-4566-806A-887FC6E2C54A}">
      <dgm:prSet/>
      <dgm:spPr/>
      <dgm:t>
        <a:bodyPr/>
        <a:lstStyle/>
        <a:p>
          <a:endParaRPr lang="en-US"/>
        </a:p>
      </dgm:t>
    </dgm:pt>
    <dgm:pt modelId="{7BE97286-AAC2-43E3-9C9E-E4D034214E0C}">
      <dgm:prSet/>
      <dgm:spPr/>
      <dgm:t>
        <a:bodyPr/>
        <a:lstStyle/>
        <a:p>
          <a:r>
            <a:rPr lang="it-IT"/>
            <a:t>Fabio Locatelli</a:t>
          </a:r>
          <a:endParaRPr lang="en-US"/>
        </a:p>
      </dgm:t>
    </dgm:pt>
    <dgm:pt modelId="{1CE15BB7-01D5-4C38-B50E-ABFAB89425E5}" type="parTrans" cxnId="{89B17909-1FFB-40A4-8608-2AE078EEACC7}">
      <dgm:prSet/>
      <dgm:spPr/>
      <dgm:t>
        <a:bodyPr/>
        <a:lstStyle/>
        <a:p>
          <a:endParaRPr lang="en-US"/>
        </a:p>
      </dgm:t>
    </dgm:pt>
    <dgm:pt modelId="{F69A134A-885A-42D0-BE96-502E149146A3}" type="sibTrans" cxnId="{89B17909-1FFB-40A4-8608-2AE078EEACC7}">
      <dgm:prSet/>
      <dgm:spPr/>
      <dgm:t>
        <a:bodyPr/>
        <a:lstStyle/>
        <a:p>
          <a:endParaRPr lang="en-US"/>
        </a:p>
      </dgm:t>
    </dgm:pt>
    <dgm:pt modelId="{C728A3DA-4B41-4F9D-880D-2CAA5FFC9E1E}">
      <dgm:prSet/>
      <dgm:spPr/>
      <dgm:t>
        <a:bodyPr/>
        <a:lstStyle/>
        <a:p>
          <a:r>
            <a:rPr lang="it-IT"/>
            <a:t>Andrei Soava</a:t>
          </a:r>
          <a:endParaRPr lang="en-US"/>
        </a:p>
      </dgm:t>
    </dgm:pt>
    <dgm:pt modelId="{CF0B98B4-29A5-44D2-8973-44623E86E2DE}" type="parTrans" cxnId="{A279AAF5-B6E7-42FD-B5EC-53E4C1CE7234}">
      <dgm:prSet/>
      <dgm:spPr/>
      <dgm:t>
        <a:bodyPr/>
        <a:lstStyle/>
        <a:p>
          <a:endParaRPr lang="en-US"/>
        </a:p>
      </dgm:t>
    </dgm:pt>
    <dgm:pt modelId="{FCD96B67-FEAD-46B4-B7BE-DDC6537AC15A}" type="sibTrans" cxnId="{A279AAF5-B6E7-42FD-B5EC-53E4C1CE7234}">
      <dgm:prSet/>
      <dgm:spPr/>
      <dgm:t>
        <a:bodyPr/>
        <a:lstStyle/>
        <a:p>
          <a:endParaRPr lang="en-US"/>
        </a:p>
      </dgm:t>
    </dgm:pt>
    <dgm:pt modelId="{6A6EA076-2A4A-4487-B87A-236BC100FD2E}" type="pres">
      <dgm:prSet presAssocID="{A0361402-8EC1-4A0B-A76F-F7073AE9D56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27EE389-12CB-4397-916A-F00F328A98E3}" type="pres">
      <dgm:prSet presAssocID="{F57C817F-28F1-4815-B7EF-D3CAD1FB8B97}" presName="root" presStyleCnt="0"/>
      <dgm:spPr/>
    </dgm:pt>
    <dgm:pt modelId="{900948EF-4BA5-478D-BB1D-D32AB184EC1F}" type="pres">
      <dgm:prSet presAssocID="{F57C817F-28F1-4815-B7EF-D3CAD1FB8B97}" presName="rootComposite" presStyleCnt="0"/>
      <dgm:spPr/>
    </dgm:pt>
    <dgm:pt modelId="{3FD87FC4-10DE-4365-B1D8-D0892CA52D7F}" type="pres">
      <dgm:prSet presAssocID="{F57C817F-28F1-4815-B7EF-D3CAD1FB8B97}" presName="rootText" presStyleLbl="node1" presStyleIdx="0" presStyleCnt="3"/>
      <dgm:spPr/>
    </dgm:pt>
    <dgm:pt modelId="{4657AB68-FFA5-446E-8BCB-6BA451008501}" type="pres">
      <dgm:prSet presAssocID="{F57C817F-28F1-4815-B7EF-D3CAD1FB8B97}" presName="rootConnector" presStyleLbl="node1" presStyleIdx="0" presStyleCnt="3"/>
      <dgm:spPr/>
    </dgm:pt>
    <dgm:pt modelId="{12198285-E0C6-4DB5-AA6B-30879EE1ED66}" type="pres">
      <dgm:prSet presAssocID="{F57C817F-28F1-4815-B7EF-D3CAD1FB8B97}" presName="childShape" presStyleCnt="0"/>
      <dgm:spPr/>
    </dgm:pt>
    <dgm:pt modelId="{71603C2A-7B08-4029-89BE-0F70C0CDF989}" type="pres">
      <dgm:prSet presAssocID="{7BE97286-AAC2-43E3-9C9E-E4D034214E0C}" presName="root" presStyleCnt="0"/>
      <dgm:spPr/>
    </dgm:pt>
    <dgm:pt modelId="{D8353345-A904-4502-B2C7-D358B12AFD88}" type="pres">
      <dgm:prSet presAssocID="{7BE97286-AAC2-43E3-9C9E-E4D034214E0C}" presName="rootComposite" presStyleCnt="0"/>
      <dgm:spPr/>
    </dgm:pt>
    <dgm:pt modelId="{F74A2ECD-3FE5-435A-9ED6-CA17F4F32C5D}" type="pres">
      <dgm:prSet presAssocID="{7BE97286-AAC2-43E3-9C9E-E4D034214E0C}" presName="rootText" presStyleLbl="node1" presStyleIdx="1" presStyleCnt="3"/>
      <dgm:spPr/>
    </dgm:pt>
    <dgm:pt modelId="{7D0C717E-5DE5-46C4-86EA-F514D46AA90B}" type="pres">
      <dgm:prSet presAssocID="{7BE97286-AAC2-43E3-9C9E-E4D034214E0C}" presName="rootConnector" presStyleLbl="node1" presStyleIdx="1" presStyleCnt="3"/>
      <dgm:spPr/>
    </dgm:pt>
    <dgm:pt modelId="{655F51A0-04B1-48C2-BFB7-2275E5FAD3D1}" type="pres">
      <dgm:prSet presAssocID="{7BE97286-AAC2-43E3-9C9E-E4D034214E0C}" presName="childShape" presStyleCnt="0"/>
      <dgm:spPr/>
    </dgm:pt>
    <dgm:pt modelId="{06ECB6CC-519B-4C2D-A726-271EBAAFCD89}" type="pres">
      <dgm:prSet presAssocID="{C728A3DA-4B41-4F9D-880D-2CAA5FFC9E1E}" presName="root" presStyleCnt="0"/>
      <dgm:spPr/>
    </dgm:pt>
    <dgm:pt modelId="{770B35E2-1A02-4504-8ABB-2874BCC055A0}" type="pres">
      <dgm:prSet presAssocID="{C728A3DA-4B41-4F9D-880D-2CAA5FFC9E1E}" presName="rootComposite" presStyleCnt="0"/>
      <dgm:spPr/>
    </dgm:pt>
    <dgm:pt modelId="{31073709-674F-436D-88E3-31AB725AB993}" type="pres">
      <dgm:prSet presAssocID="{C728A3DA-4B41-4F9D-880D-2CAA5FFC9E1E}" presName="rootText" presStyleLbl="node1" presStyleIdx="2" presStyleCnt="3"/>
      <dgm:spPr/>
    </dgm:pt>
    <dgm:pt modelId="{2F454332-A3F2-41EA-8F6F-8676377E3BF2}" type="pres">
      <dgm:prSet presAssocID="{C728A3DA-4B41-4F9D-880D-2CAA5FFC9E1E}" presName="rootConnector" presStyleLbl="node1" presStyleIdx="2" presStyleCnt="3"/>
      <dgm:spPr/>
    </dgm:pt>
    <dgm:pt modelId="{BDCC505D-2818-42CA-B50F-A21A8329CD55}" type="pres">
      <dgm:prSet presAssocID="{C728A3DA-4B41-4F9D-880D-2CAA5FFC9E1E}" presName="childShape" presStyleCnt="0"/>
      <dgm:spPr/>
    </dgm:pt>
  </dgm:ptLst>
  <dgm:cxnLst>
    <dgm:cxn modelId="{8FF5B707-C0C8-4DAB-9E5F-E1E58FC613F0}" type="presOf" srcId="{F57C817F-28F1-4815-B7EF-D3CAD1FB8B97}" destId="{4657AB68-FFA5-446E-8BCB-6BA451008501}" srcOrd="1" destOrd="0" presId="urn:microsoft.com/office/officeart/2005/8/layout/hierarchy3"/>
    <dgm:cxn modelId="{89B17909-1FFB-40A4-8608-2AE078EEACC7}" srcId="{A0361402-8EC1-4A0B-A76F-F7073AE9D56D}" destId="{7BE97286-AAC2-43E3-9C9E-E4D034214E0C}" srcOrd="1" destOrd="0" parTransId="{1CE15BB7-01D5-4C38-B50E-ABFAB89425E5}" sibTransId="{F69A134A-885A-42D0-BE96-502E149146A3}"/>
    <dgm:cxn modelId="{B6963562-CFF4-4598-BAD4-E47ACFC26BCA}" type="presOf" srcId="{C728A3DA-4B41-4F9D-880D-2CAA5FFC9E1E}" destId="{31073709-674F-436D-88E3-31AB725AB993}" srcOrd="0" destOrd="0" presId="urn:microsoft.com/office/officeart/2005/8/layout/hierarchy3"/>
    <dgm:cxn modelId="{D4CFFB66-AC4E-4566-806A-887FC6E2C54A}" srcId="{A0361402-8EC1-4A0B-A76F-F7073AE9D56D}" destId="{F57C817F-28F1-4815-B7EF-D3CAD1FB8B97}" srcOrd="0" destOrd="0" parTransId="{9700F47F-BECE-4C1E-AE71-C1E886102AE8}" sibTransId="{13814A75-C519-4795-A3E3-EB578E535BFC}"/>
    <dgm:cxn modelId="{82224E57-7F00-48C3-9B8F-AF5D65C55999}" type="presOf" srcId="{A0361402-8EC1-4A0B-A76F-F7073AE9D56D}" destId="{6A6EA076-2A4A-4487-B87A-236BC100FD2E}" srcOrd="0" destOrd="0" presId="urn:microsoft.com/office/officeart/2005/8/layout/hierarchy3"/>
    <dgm:cxn modelId="{22D85A87-A6DA-4418-9BE5-A2A9D5E29248}" type="presOf" srcId="{C728A3DA-4B41-4F9D-880D-2CAA5FFC9E1E}" destId="{2F454332-A3F2-41EA-8F6F-8676377E3BF2}" srcOrd="1" destOrd="0" presId="urn:microsoft.com/office/officeart/2005/8/layout/hierarchy3"/>
    <dgm:cxn modelId="{D8E95BA8-78F4-4D73-B397-6EF9030C5BBB}" type="presOf" srcId="{7BE97286-AAC2-43E3-9C9E-E4D034214E0C}" destId="{7D0C717E-5DE5-46C4-86EA-F514D46AA90B}" srcOrd="1" destOrd="0" presId="urn:microsoft.com/office/officeart/2005/8/layout/hierarchy3"/>
    <dgm:cxn modelId="{831909AC-B7C9-4A81-9468-99A1A80F391A}" type="presOf" srcId="{F57C817F-28F1-4815-B7EF-D3CAD1FB8B97}" destId="{3FD87FC4-10DE-4365-B1D8-D0892CA52D7F}" srcOrd="0" destOrd="0" presId="urn:microsoft.com/office/officeart/2005/8/layout/hierarchy3"/>
    <dgm:cxn modelId="{A279AAF5-B6E7-42FD-B5EC-53E4C1CE7234}" srcId="{A0361402-8EC1-4A0B-A76F-F7073AE9D56D}" destId="{C728A3DA-4B41-4F9D-880D-2CAA5FFC9E1E}" srcOrd="2" destOrd="0" parTransId="{CF0B98B4-29A5-44D2-8973-44623E86E2DE}" sibTransId="{FCD96B67-FEAD-46B4-B7BE-DDC6537AC15A}"/>
    <dgm:cxn modelId="{7A676DFE-F506-4174-9A78-C6F38DCD2984}" type="presOf" srcId="{7BE97286-AAC2-43E3-9C9E-E4D034214E0C}" destId="{F74A2ECD-3FE5-435A-9ED6-CA17F4F32C5D}" srcOrd="0" destOrd="0" presId="urn:microsoft.com/office/officeart/2005/8/layout/hierarchy3"/>
    <dgm:cxn modelId="{45EB8C5C-00D2-4962-876C-CEE23164C9BC}" type="presParOf" srcId="{6A6EA076-2A4A-4487-B87A-236BC100FD2E}" destId="{627EE389-12CB-4397-916A-F00F328A98E3}" srcOrd="0" destOrd="0" presId="urn:microsoft.com/office/officeart/2005/8/layout/hierarchy3"/>
    <dgm:cxn modelId="{319DD936-753B-4938-8152-E82CFE97FB3A}" type="presParOf" srcId="{627EE389-12CB-4397-916A-F00F328A98E3}" destId="{900948EF-4BA5-478D-BB1D-D32AB184EC1F}" srcOrd="0" destOrd="0" presId="urn:microsoft.com/office/officeart/2005/8/layout/hierarchy3"/>
    <dgm:cxn modelId="{BB4404D5-AF94-4C33-B509-1088C3C50989}" type="presParOf" srcId="{900948EF-4BA5-478D-BB1D-D32AB184EC1F}" destId="{3FD87FC4-10DE-4365-B1D8-D0892CA52D7F}" srcOrd="0" destOrd="0" presId="urn:microsoft.com/office/officeart/2005/8/layout/hierarchy3"/>
    <dgm:cxn modelId="{FD3CBFD8-45B7-4362-9E2A-CD431CB4FE52}" type="presParOf" srcId="{900948EF-4BA5-478D-BB1D-D32AB184EC1F}" destId="{4657AB68-FFA5-446E-8BCB-6BA451008501}" srcOrd="1" destOrd="0" presId="urn:microsoft.com/office/officeart/2005/8/layout/hierarchy3"/>
    <dgm:cxn modelId="{CE48C738-FBBA-4DF1-BC43-3767ABB65209}" type="presParOf" srcId="{627EE389-12CB-4397-916A-F00F328A98E3}" destId="{12198285-E0C6-4DB5-AA6B-30879EE1ED66}" srcOrd="1" destOrd="0" presId="urn:microsoft.com/office/officeart/2005/8/layout/hierarchy3"/>
    <dgm:cxn modelId="{61C0EEB1-84A1-4030-AD4E-0CDCC6E4881C}" type="presParOf" srcId="{6A6EA076-2A4A-4487-B87A-236BC100FD2E}" destId="{71603C2A-7B08-4029-89BE-0F70C0CDF989}" srcOrd="1" destOrd="0" presId="urn:microsoft.com/office/officeart/2005/8/layout/hierarchy3"/>
    <dgm:cxn modelId="{405C9A40-03F9-438C-ADD9-13D6DE8B6D38}" type="presParOf" srcId="{71603C2A-7B08-4029-89BE-0F70C0CDF989}" destId="{D8353345-A904-4502-B2C7-D358B12AFD88}" srcOrd="0" destOrd="0" presId="urn:microsoft.com/office/officeart/2005/8/layout/hierarchy3"/>
    <dgm:cxn modelId="{2E207324-E50B-40D2-A240-414A0573BC16}" type="presParOf" srcId="{D8353345-A904-4502-B2C7-D358B12AFD88}" destId="{F74A2ECD-3FE5-435A-9ED6-CA17F4F32C5D}" srcOrd="0" destOrd="0" presId="urn:microsoft.com/office/officeart/2005/8/layout/hierarchy3"/>
    <dgm:cxn modelId="{E84CAB14-2B9A-45B8-B394-4281B960D4BE}" type="presParOf" srcId="{D8353345-A904-4502-B2C7-D358B12AFD88}" destId="{7D0C717E-5DE5-46C4-86EA-F514D46AA90B}" srcOrd="1" destOrd="0" presId="urn:microsoft.com/office/officeart/2005/8/layout/hierarchy3"/>
    <dgm:cxn modelId="{890701D5-9335-41D4-8336-1E17A7F3556B}" type="presParOf" srcId="{71603C2A-7B08-4029-89BE-0F70C0CDF989}" destId="{655F51A0-04B1-48C2-BFB7-2275E5FAD3D1}" srcOrd="1" destOrd="0" presId="urn:microsoft.com/office/officeart/2005/8/layout/hierarchy3"/>
    <dgm:cxn modelId="{39D9A7D0-181C-43D0-993D-31C1DDDC7C3A}" type="presParOf" srcId="{6A6EA076-2A4A-4487-B87A-236BC100FD2E}" destId="{06ECB6CC-519B-4C2D-A726-271EBAAFCD89}" srcOrd="2" destOrd="0" presId="urn:microsoft.com/office/officeart/2005/8/layout/hierarchy3"/>
    <dgm:cxn modelId="{F8438369-C5EF-4429-A75A-8DA60862B15A}" type="presParOf" srcId="{06ECB6CC-519B-4C2D-A726-271EBAAFCD89}" destId="{770B35E2-1A02-4504-8ABB-2874BCC055A0}" srcOrd="0" destOrd="0" presId="urn:microsoft.com/office/officeart/2005/8/layout/hierarchy3"/>
    <dgm:cxn modelId="{176A1022-A982-445E-ACBB-1890EFC98FF7}" type="presParOf" srcId="{770B35E2-1A02-4504-8ABB-2874BCC055A0}" destId="{31073709-674F-436D-88E3-31AB725AB993}" srcOrd="0" destOrd="0" presId="urn:microsoft.com/office/officeart/2005/8/layout/hierarchy3"/>
    <dgm:cxn modelId="{069F8CE1-80AA-4105-9648-70E35AB8ECC5}" type="presParOf" srcId="{770B35E2-1A02-4504-8ABB-2874BCC055A0}" destId="{2F454332-A3F2-41EA-8F6F-8676377E3BF2}" srcOrd="1" destOrd="0" presId="urn:microsoft.com/office/officeart/2005/8/layout/hierarchy3"/>
    <dgm:cxn modelId="{95FA0652-4871-46A3-A1C7-FC93EA21F52C}" type="presParOf" srcId="{06ECB6CC-519B-4C2D-A726-271EBAAFCD89}" destId="{BDCC505D-2818-42CA-B50F-A21A8329CD5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488A5D-718E-44C5-B93D-AAB53E8334A6}" type="doc">
      <dgm:prSet loTypeId="urn:microsoft.com/office/officeart/2005/8/layout/hChevron3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E3C310F-163C-4EE6-928B-BC9674D803B3}">
      <dgm:prSet/>
      <dgm:spPr/>
      <dgm:t>
        <a:bodyPr/>
        <a:lstStyle/>
        <a:p>
          <a:endParaRPr lang="en-US" dirty="0">
            <a:solidFill>
              <a:schemeClr val="accent1">
                <a:lumMod val="75000"/>
              </a:schemeClr>
            </a:solidFill>
          </a:endParaRPr>
        </a:p>
      </dgm:t>
    </dgm:pt>
    <dgm:pt modelId="{D0576C79-3E3C-458B-9A88-80CCCB108BC1}" type="parTrans" cxnId="{3CD12DD7-B887-4930-A384-8BC7372C5789}">
      <dgm:prSet/>
      <dgm:spPr/>
      <dgm:t>
        <a:bodyPr/>
        <a:lstStyle/>
        <a:p>
          <a:endParaRPr lang="en-US"/>
        </a:p>
      </dgm:t>
    </dgm:pt>
    <dgm:pt modelId="{A249EF8F-EF46-41E3-B236-99C0D14ABA1E}" type="sibTrans" cxnId="{3CD12DD7-B887-4930-A384-8BC7372C5789}">
      <dgm:prSet/>
      <dgm:spPr/>
      <dgm:t>
        <a:bodyPr/>
        <a:lstStyle/>
        <a:p>
          <a:endParaRPr lang="en-US"/>
        </a:p>
      </dgm:t>
    </dgm:pt>
    <dgm:pt modelId="{E415402E-1CE5-4E43-9783-AA8C750737F1}">
      <dgm:prSet/>
      <dgm:spPr/>
      <dgm:t>
        <a:bodyPr/>
        <a:lstStyle/>
        <a:p>
          <a:r>
            <a:rPr lang="it-IT" dirty="0">
              <a:solidFill>
                <a:schemeClr val="accent1">
                  <a:lumMod val="75000"/>
                </a:schemeClr>
              </a:solidFill>
            </a:rPr>
            <a:t>Partite offline, contro computer</a:t>
          </a:r>
          <a:endParaRPr lang="en-US" dirty="0">
            <a:solidFill>
              <a:schemeClr val="accent1">
                <a:lumMod val="75000"/>
              </a:schemeClr>
            </a:solidFill>
          </a:endParaRPr>
        </a:p>
      </dgm:t>
    </dgm:pt>
    <dgm:pt modelId="{30A21310-E98A-48DC-B864-EDA8B26414C1}" type="parTrans" cxnId="{75ACAD68-5D4D-4FBD-973D-2EB0359A11D9}">
      <dgm:prSet/>
      <dgm:spPr/>
      <dgm:t>
        <a:bodyPr/>
        <a:lstStyle/>
        <a:p>
          <a:endParaRPr lang="en-US"/>
        </a:p>
      </dgm:t>
    </dgm:pt>
    <dgm:pt modelId="{40BF35BC-A602-4645-AA6B-F18C49053EC5}" type="sibTrans" cxnId="{75ACAD68-5D4D-4FBD-973D-2EB0359A11D9}">
      <dgm:prSet/>
      <dgm:spPr/>
      <dgm:t>
        <a:bodyPr/>
        <a:lstStyle/>
        <a:p>
          <a:endParaRPr lang="en-US"/>
        </a:p>
      </dgm:t>
    </dgm:pt>
    <dgm:pt modelId="{F54B7D58-AB89-4167-BE7E-6A747F1F3916}">
      <dgm:prSet/>
      <dgm:spPr/>
      <dgm:t>
        <a:bodyPr/>
        <a:lstStyle/>
        <a:p>
          <a:r>
            <a:rPr lang="it-IT" dirty="0">
              <a:solidFill>
                <a:schemeClr val="accent1">
                  <a:lumMod val="75000"/>
                </a:schemeClr>
              </a:solidFill>
            </a:rPr>
            <a:t>Gestione account utente</a:t>
          </a:r>
          <a:endParaRPr lang="en-US" dirty="0">
            <a:solidFill>
              <a:schemeClr val="accent1">
                <a:lumMod val="75000"/>
              </a:schemeClr>
            </a:solidFill>
          </a:endParaRPr>
        </a:p>
      </dgm:t>
    </dgm:pt>
    <dgm:pt modelId="{5D69AFC7-B88C-4C51-B3A2-58605F7B506C}" type="parTrans" cxnId="{EC837D22-8BA7-44EF-95A9-C912C1B7619E}">
      <dgm:prSet/>
      <dgm:spPr/>
      <dgm:t>
        <a:bodyPr/>
        <a:lstStyle/>
        <a:p>
          <a:endParaRPr lang="en-US"/>
        </a:p>
      </dgm:t>
    </dgm:pt>
    <dgm:pt modelId="{A50D5DCF-F3AB-4589-9A31-FD5D22F06483}" type="sibTrans" cxnId="{EC837D22-8BA7-44EF-95A9-C912C1B7619E}">
      <dgm:prSet/>
      <dgm:spPr/>
      <dgm:t>
        <a:bodyPr/>
        <a:lstStyle/>
        <a:p>
          <a:endParaRPr lang="en-US"/>
        </a:p>
      </dgm:t>
    </dgm:pt>
    <dgm:pt modelId="{FAF6D782-A010-4A62-80F4-F24C7B000F2C}">
      <dgm:prSet/>
      <dgm:spPr/>
      <dgm:t>
        <a:bodyPr/>
        <a:lstStyle/>
        <a:p>
          <a:r>
            <a:rPr lang="it-IT" dirty="0">
              <a:solidFill>
                <a:schemeClr val="accent1">
                  <a:lumMod val="75000"/>
                </a:schemeClr>
              </a:solidFill>
            </a:rPr>
            <a:t>Gestione salvataggi partite offline</a:t>
          </a:r>
          <a:endParaRPr lang="en-US" dirty="0">
            <a:solidFill>
              <a:schemeClr val="accent1">
                <a:lumMod val="75000"/>
              </a:schemeClr>
            </a:solidFill>
          </a:endParaRPr>
        </a:p>
      </dgm:t>
    </dgm:pt>
    <dgm:pt modelId="{48945C26-ED56-41FF-AB96-F449E2650E4C}" type="parTrans" cxnId="{001C96C4-2B17-4436-AC60-04E103381EEB}">
      <dgm:prSet/>
      <dgm:spPr/>
      <dgm:t>
        <a:bodyPr/>
        <a:lstStyle/>
        <a:p>
          <a:endParaRPr lang="en-US"/>
        </a:p>
      </dgm:t>
    </dgm:pt>
    <dgm:pt modelId="{4B511C96-6C1B-4A0F-8B81-E9FCBC428167}" type="sibTrans" cxnId="{001C96C4-2B17-4436-AC60-04E103381EEB}">
      <dgm:prSet/>
      <dgm:spPr/>
      <dgm:t>
        <a:bodyPr/>
        <a:lstStyle/>
        <a:p>
          <a:endParaRPr lang="en-US"/>
        </a:p>
      </dgm:t>
    </dgm:pt>
    <dgm:pt modelId="{CAB55694-EAAD-4661-8B6D-DD82D1BD0A9F}">
      <dgm:prSet/>
      <dgm:spPr/>
      <dgm:t>
        <a:bodyPr/>
        <a:lstStyle/>
        <a:p>
          <a:r>
            <a:rPr lang="it-IT" dirty="0"/>
            <a:t>Lo scopo di questa applicazione in Java è quello di realizzare una versione digitale del celebre gioco di carte </a:t>
          </a:r>
          <a:r>
            <a:rPr lang="it-IT" i="1" dirty="0"/>
            <a:t>UNO</a:t>
          </a:r>
          <a:endParaRPr lang="en-US" dirty="0"/>
        </a:p>
      </dgm:t>
    </dgm:pt>
    <dgm:pt modelId="{6C2744C9-DAC9-47AD-AE7B-50404521BA13}" type="sibTrans" cxnId="{4799DA0A-E699-41D3-A2D4-29D85B19D41C}">
      <dgm:prSet/>
      <dgm:spPr/>
      <dgm:t>
        <a:bodyPr/>
        <a:lstStyle/>
        <a:p>
          <a:endParaRPr lang="en-US"/>
        </a:p>
      </dgm:t>
    </dgm:pt>
    <dgm:pt modelId="{8B30D736-A3CF-474A-9197-9301F6BD0B59}" type="parTrans" cxnId="{4799DA0A-E699-41D3-A2D4-29D85B19D41C}">
      <dgm:prSet/>
      <dgm:spPr/>
      <dgm:t>
        <a:bodyPr/>
        <a:lstStyle/>
        <a:p>
          <a:endParaRPr lang="en-US"/>
        </a:p>
      </dgm:t>
    </dgm:pt>
    <dgm:pt modelId="{932A20B8-DECF-45C5-8DF7-1A1FE9DB317C}">
      <dgm:prSet/>
      <dgm:spPr/>
      <dgm:t>
        <a:bodyPr/>
        <a:lstStyle/>
        <a:p>
          <a:r>
            <a:rPr lang="it-IT" dirty="0">
              <a:solidFill>
                <a:schemeClr val="accent1">
                  <a:lumMod val="75000"/>
                </a:schemeClr>
              </a:solidFill>
            </a:rPr>
            <a:t>Partite online, seguendo un’architettura </a:t>
          </a:r>
          <a:r>
            <a:rPr lang="it-IT" dirty="0" err="1">
              <a:solidFill>
                <a:schemeClr val="accent1">
                  <a:lumMod val="75000"/>
                </a:schemeClr>
              </a:solidFill>
            </a:rPr>
            <a:t>client-server</a:t>
          </a:r>
          <a:endParaRPr lang="en-US" dirty="0">
            <a:solidFill>
              <a:schemeClr val="accent1">
                <a:lumMod val="75000"/>
              </a:schemeClr>
            </a:solidFill>
          </a:endParaRPr>
        </a:p>
      </dgm:t>
    </dgm:pt>
    <dgm:pt modelId="{59AC93E6-8236-4681-AFBE-418C70485C1B}" type="parTrans" cxnId="{0F11040E-0B1E-41F8-9D77-C8950EBD59B3}">
      <dgm:prSet/>
      <dgm:spPr/>
      <dgm:t>
        <a:bodyPr/>
        <a:lstStyle/>
        <a:p>
          <a:endParaRPr lang="en-US"/>
        </a:p>
      </dgm:t>
    </dgm:pt>
    <dgm:pt modelId="{60DF17E2-E992-49E6-AEFC-5AA88966009B}" type="sibTrans" cxnId="{0F11040E-0B1E-41F8-9D77-C8950EBD59B3}">
      <dgm:prSet/>
      <dgm:spPr/>
      <dgm:t>
        <a:bodyPr/>
        <a:lstStyle/>
        <a:p>
          <a:endParaRPr lang="en-US"/>
        </a:p>
      </dgm:t>
    </dgm:pt>
    <dgm:pt modelId="{206A4B8F-77C1-4638-A79E-ACD8DEEC6F92}" type="pres">
      <dgm:prSet presAssocID="{65488A5D-718E-44C5-B93D-AAB53E8334A6}" presName="Name0" presStyleCnt="0">
        <dgm:presLayoutVars>
          <dgm:dir/>
          <dgm:resizeHandles val="exact"/>
        </dgm:presLayoutVars>
      </dgm:prSet>
      <dgm:spPr/>
    </dgm:pt>
    <dgm:pt modelId="{CB9628D4-DA88-4A33-8D04-632A4FF2D62C}" type="pres">
      <dgm:prSet presAssocID="{CAB55694-EAAD-4661-8B6D-DD82D1BD0A9F}" presName="parAndChTx" presStyleLbl="node1" presStyleIdx="0" presStyleCnt="2">
        <dgm:presLayoutVars>
          <dgm:bulletEnabled val="1"/>
        </dgm:presLayoutVars>
      </dgm:prSet>
      <dgm:spPr/>
    </dgm:pt>
    <dgm:pt modelId="{EB8CE87A-A701-42AE-85E2-57990491154C}" type="pres">
      <dgm:prSet presAssocID="{6C2744C9-DAC9-47AD-AE7B-50404521BA13}" presName="parAndChSpace" presStyleCnt="0"/>
      <dgm:spPr/>
    </dgm:pt>
    <dgm:pt modelId="{2BDCAF8A-F073-4484-95AE-3E9E04598BBB}" type="pres">
      <dgm:prSet presAssocID="{9E3C310F-163C-4EE6-928B-BC9674D803B3}" presName="parAndChTx" presStyleLbl="node1" presStyleIdx="1" presStyleCnt="2">
        <dgm:presLayoutVars>
          <dgm:bulletEnabled val="1"/>
        </dgm:presLayoutVars>
      </dgm:prSet>
      <dgm:spPr/>
    </dgm:pt>
  </dgm:ptLst>
  <dgm:cxnLst>
    <dgm:cxn modelId="{D1847402-C32C-40C0-8F82-E3AA0D2BD450}" type="presOf" srcId="{FAF6D782-A010-4A62-80F4-F24C7B000F2C}" destId="{2BDCAF8A-F073-4484-95AE-3E9E04598BBB}" srcOrd="0" destOrd="4" presId="urn:microsoft.com/office/officeart/2005/8/layout/hChevron3"/>
    <dgm:cxn modelId="{2EEECC04-9B7E-4C70-A49B-C389ED70A293}" type="presOf" srcId="{9E3C310F-163C-4EE6-928B-BC9674D803B3}" destId="{2BDCAF8A-F073-4484-95AE-3E9E04598BBB}" srcOrd="0" destOrd="0" presId="urn:microsoft.com/office/officeart/2005/8/layout/hChevron3"/>
    <dgm:cxn modelId="{9C718309-99CD-4776-9637-DDC7FBD3BC45}" type="presOf" srcId="{F54B7D58-AB89-4167-BE7E-6A747F1F3916}" destId="{2BDCAF8A-F073-4484-95AE-3E9E04598BBB}" srcOrd="0" destOrd="3" presId="urn:microsoft.com/office/officeart/2005/8/layout/hChevron3"/>
    <dgm:cxn modelId="{4799DA0A-E699-41D3-A2D4-29D85B19D41C}" srcId="{65488A5D-718E-44C5-B93D-AAB53E8334A6}" destId="{CAB55694-EAAD-4661-8B6D-DD82D1BD0A9F}" srcOrd="0" destOrd="0" parTransId="{8B30D736-A3CF-474A-9197-9301F6BD0B59}" sibTransId="{6C2744C9-DAC9-47AD-AE7B-50404521BA13}"/>
    <dgm:cxn modelId="{0F11040E-0B1E-41F8-9D77-C8950EBD59B3}" srcId="{9E3C310F-163C-4EE6-928B-BC9674D803B3}" destId="{932A20B8-DECF-45C5-8DF7-1A1FE9DB317C}" srcOrd="0" destOrd="0" parTransId="{59AC93E6-8236-4681-AFBE-418C70485C1B}" sibTransId="{60DF17E2-E992-49E6-AEFC-5AA88966009B}"/>
    <dgm:cxn modelId="{9B995F11-82B5-4989-8CDA-6B51C1FB9E8D}" type="presOf" srcId="{CAB55694-EAAD-4661-8B6D-DD82D1BD0A9F}" destId="{CB9628D4-DA88-4A33-8D04-632A4FF2D62C}" srcOrd="0" destOrd="0" presId="urn:microsoft.com/office/officeart/2005/8/layout/hChevron3"/>
    <dgm:cxn modelId="{EC837D22-8BA7-44EF-95A9-C912C1B7619E}" srcId="{9E3C310F-163C-4EE6-928B-BC9674D803B3}" destId="{F54B7D58-AB89-4167-BE7E-6A747F1F3916}" srcOrd="2" destOrd="0" parTransId="{5D69AFC7-B88C-4C51-B3A2-58605F7B506C}" sibTransId="{A50D5DCF-F3AB-4589-9A31-FD5D22F06483}"/>
    <dgm:cxn modelId="{CE0F9964-8AD7-4D18-8230-1200E637BC21}" type="presOf" srcId="{932A20B8-DECF-45C5-8DF7-1A1FE9DB317C}" destId="{2BDCAF8A-F073-4484-95AE-3E9E04598BBB}" srcOrd="0" destOrd="1" presId="urn:microsoft.com/office/officeart/2005/8/layout/hChevron3"/>
    <dgm:cxn modelId="{75ACAD68-5D4D-4FBD-973D-2EB0359A11D9}" srcId="{9E3C310F-163C-4EE6-928B-BC9674D803B3}" destId="{E415402E-1CE5-4E43-9783-AA8C750737F1}" srcOrd="1" destOrd="0" parTransId="{30A21310-E98A-48DC-B864-EDA8B26414C1}" sibTransId="{40BF35BC-A602-4645-AA6B-F18C49053EC5}"/>
    <dgm:cxn modelId="{B1FE2355-569D-433E-B809-3A86F975718A}" type="presOf" srcId="{E415402E-1CE5-4E43-9783-AA8C750737F1}" destId="{2BDCAF8A-F073-4484-95AE-3E9E04598BBB}" srcOrd="0" destOrd="2" presId="urn:microsoft.com/office/officeart/2005/8/layout/hChevron3"/>
    <dgm:cxn modelId="{D03F097F-1F05-45CA-A081-BDE01339B20A}" type="presOf" srcId="{65488A5D-718E-44C5-B93D-AAB53E8334A6}" destId="{206A4B8F-77C1-4638-A79E-ACD8DEEC6F92}" srcOrd="0" destOrd="0" presId="urn:microsoft.com/office/officeart/2005/8/layout/hChevron3"/>
    <dgm:cxn modelId="{001C96C4-2B17-4436-AC60-04E103381EEB}" srcId="{9E3C310F-163C-4EE6-928B-BC9674D803B3}" destId="{FAF6D782-A010-4A62-80F4-F24C7B000F2C}" srcOrd="3" destOrd="0" parTransId="{48945C26-ED56-41FF-AB96-F449E2650E4C}" sibTransId="{4B511C96-6C1B-4A0F-8B81-E9FCBC428167}"/>
    <dgm:cxn modelId="{3CD12DD7-B887-4930-A384-8BC7372C5789}" srcId="{65488A5D-718E-44C5-B93D-AAB53E8334A6}" destId="{9E3C310F-163C-4EE6-928B-BC9674D803B3}" srcOrd="1" destOrd="0" parTransId="{D0576C79-3E3C-458B-9A88-80CCCB108BC1}" sibTransId="{A249EF8F-EF46-41E3-B236-99C0D14ABA1E}"/>
    <dgm:cxn modelId="{3230C884-0AFE-457F-A357-D618BE32116A}" type="presParOf" srcId="{206A4B8F-77C1-4638-A79E-ACD8DEEC6F92}" destId="{CB9628D4-DA88-4A33-8D04-632A4FF2D62C}" srcOrd="0" destOrd="0" presId="urn:microsoft.com/office/officeart/2005/8/layout/hChevron3"/>
    <dgm:cxn modelId="{FFC564F2-A554-4CC2-81A0-5F35290DAFF4}" type="presParOf" srcId="{206A4B8F-77C1-4638-A79E-ACD8DEEC6F92}" destId="{EB8CE87A-A701-42AE-85E2-57990491154C}" srcOrd="1" destOrd="0" presId="urn:microsoft.com/office/officeart/2005/8/layout/hChevron3"/>
    <dgm:cxn modelId="{439CC8BA-E0AA-4ECB-AC35-73355925EAB8}" type="presParOf" srcId="{206A4B8F-77C1-4638-A79E-ACD8DEEC6F92}" destId="{2BDCAF8A-F073-4484-95AE-3E9E04598BBB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B9145D-6898-41F6-8C59-BD634DF8CFF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E14782F-34AC-4EFB-9E7F-992AC77F786B}">
      <dgm:prSet/>
      <dgm:spPr/>
      <dgm:t>
        <a:bodyPr/>
        <a:lstStyle/>
        <a:p>
          <a:pPr>
            <a:defRPr cap="all"/>
          </a:pPr>
          <a:r>
            <a:rPr lang="it-IT"/>
            <a:t>Organizzazione del lavoro (sovrapposizione delle aree d’interesse)</a:t>
          </a:r>
          <a:endParaRPr lang="en-US"/>
        </a:p>
      </dgm:t>
    </dgm:pt>
    <dgm:pt modelId="{B276BFF7-7209-4556-86B3-CEC37B8151E0}" type="parTrans" cxnId="{98E5F326-A3A0-4C35-BE13-F575A773B192}">
      <dgm:prSet/>
      <dgm:spPr/>
      <dgm:t>
        <a:bodyPr/>
        <a:lstStyle/>
        <a:p>
          <a:endParaRPr lang="en-US"/>
        </a:p>
      </dgm:t>
    </dgm:pt>
    <dgm:pt modelId="{0873B778-28A9-4373-B8E5-81B401528B23}" type="sibTrans" cxnId="{98E5F326-A3A0-4C35-BE13-F575A773B192}">
      <dgm:prSet/>
      <dgm:spPr/>
      <dgm:t>
        <a:bodyPr/>
        <a:lstStyle/>
        <a:p>
          <a:endParaRPr lang="en-US"/>
        </a:p>
      </dgm:t>
    </dgm:pt>
    <dgm:pt modelId="{03A51847-FF7B-4AAB-A0C6-78AEF7A2FEB6}">
      <dgm:prSet/>
      <dgm:spPr/>
      <dgm:t>
        <a:bodyPr/>
        <a:lstStyle/>
        <a:p>
          <a:pPr>
            <a:defRPr cap="all"/>
          </a:pPr>
          <a:r>
            <a:rPr lang="it-IT"/>
            <a:t>Apprendimento delle tecnologie (Maven, JavaFX, Socket.IO)</a:t>
          </a:r>
          <a:endParaRPr lang="en-US"/>
        </a:p>
      </dgm:t>
    </dgm:pt>
    <dgm:pt modelId="{888C1980-1FA0-485F-B71C-F129BC6B5785}" type="parTrans" cxnId="{7FCC6378-07D9-4314-9E4E-FA10FA396A00}">
      <dgm:prSet/>
      <dgm:spPr/>
      <dgm:t>
        <a:bodyPr/>
        <a:lstStyle/>
        <a:p>
          <a:endParaRPr lang="en-US"/>
        </a:p>
      </dgm:t>
    </dgm:pt>
    <dgm:pt modelId="{F1AA2B76-2D22-4B34-86A1-138FC9509D12}" type="sibTrans" cxnId="{7FCC6378-07D9-4314-9E4E-FA10FA396A00}">
      <dgm:prSet/>
      <dgm:spPr/>
      <dgm:t>
        <a:bodyPr/>
        <a:lstStyle/>
        <a:p>
          <a:endParaRPr lang="en-US"/>
        </a:p>
      </dgm:t>
    </dgm:pt>
    <dgm:pt modelId="{830586F7-5B72-43A5-A3DC-843CEBA67981}">
      <dgm:prSet/>
      <dgm:spPr/>
      <dgm:t>
        <a:bodyPr/>
        <a:lstStyle/>
        <a:p>
          <a:pPr>
            <a:defRPr cap="all"/>
          </a:pPr>
          <a:r>
            <a:rPr lang="it-IT"/>
            <a:t>Utilizzo dei tools (Papyrus)</a:t>
          </a:r>
          <a:endParaRPr lang="en-US"/>
        </a:p>
      </dgm:t>
    </dgm:pt>
    <dgm:pt modelId="{189F06F3-D7A9-418A-B167-40A053A085E3}" type="parTrans" cxnId="{6080B7C2-6737-4713-9BC4-CF86A413CD88}">
      <dgm:prSet/>
      <dgm:spPr/>
      <dgm:t>
        <a:bodyPr/>
        <a:lstStyle/>
        <a:p>
          <a:endParaRPr lang="en-US"/>
        </a:p>
      </dgm:t>
    </dgm:pt>
    <dgm:pt modelId="{8122739A-D1CE-49C5-81E2-DF235EFB1933}" type="sibTrans" cxnId="{6080B7C2-6737-4713-9BC4-CF86A413CD88}">
      <dgm:prSet/>
      <dgm:spPr/>
      <dgm:t>
        <a:bodyPr/>
        <a:lstStyle/>
        <a:p>
          <a:endParaRPr lang="en-US"/>
        </a:p>
      </dgm:t>
    </dgm:pt>
    <dgm:pt modelId="{23CF18C6-CD2D-4CF2-8878-385CC796A577}">
      <dgm:prSet/>
      <dgm:spPr/>
      <dgm:t>
        <a:bodyPr/>
        <a:lstStyle/>
        <a:p>
          <a:pPr>
            <a:defRPr cap="all"/>
          </a:pPr>
          <a:r>
            <a:rPr lang="it-IT"/>
            <a:t>Aggiornamento della documentazione durante lo sviluppo</a:t>
          </a:r>
          <a:endParaRPr lang="en-US"/>
        </a:p>
      </dgm:t>
    </dgm:pt>
    <dgm:pt modelId="{98EBC883-FF67-41D5-B2EB-900016DAFA90}" type="parTrans" cxnId="{07B16538-D16E-463C-B04C-CA9C5C333781}">
      <dgm:prSet/>
      <dgm:spPr/>
      <dgm:t>
        <a:bodyPr/>
        <a:lstStyle/>
        <a:p>
          <a:endParaRPr lang="en-US"/>
        </a:p>
      </dgm:t>
    </dgm:pt>
    <dgm:pt modelId="{333A1277-1C56-433D-A5B6-A7A716F1CF22}" type="sibTrans" cxnId="{07B16538-D16E-463C-B04C-CA9C5C333781}">
      <dgm:prSet/>
      <dgm:spPr/>
      <dgm:t>
        <a:bodyPr/>
        <a:lstStyle/>
        <a:p>
          <a:endParaRPr lang="en-US"/>
        </a:p>
      </dgm:t>
    </dgm:pt>
    <dgm:pt modelId="{F0E8D225-C751-4131-AF17-FD1A05D88444}" type="pres">
      <dgm:prSet presAssocID="{71B9145D-6898-41F6-8C59-BD634DF8CFF7}" presName="root" presStyleCnt="0">
        <dgm:presLayoutVars>
          <dgm:dir/>
          <dgm:resizeHandles val="exact"/>
        </dgm:presLayoutVars>
      </dgm:prSet>
      <dgm:spPr/>
    </dgm:pt>
    <dgm:pt modelId="{09C9F6B3-E2C9-41D0-9E18-0AD75B6C12A6}" type="pres">
      <dgm:prSet presAssocID="{FE14782F-34AC-4EFB-9E7F-992AC77F786B}" presName="compNode" presStyleCnt="0"/>
      <dgm:spPr/>
    </dgm:pt>
    <dgm:pt modelId="{92C05AA7-611C-424C-80D0-FEC41CE2E125}" type="pres">
      <dgm:prSet presAssocID="{FE14782F-34AC-4EFB-9E7F-992AC77F786B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3A8C2D7-E072-4F33-948F-AD8B8BE9E894}" type="pres">
      <dgm:prSet presAssocID="{FE14782F-34AC-4EFB-9E7F-992AC77F786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rarchia"/>
        </a:ext>
      </dgm:extLst>
    </dgm:pt>
    <dgm:pt modelId="{7CB1C494-C38C-4A87-AE6E-82363D11A268}" type="pres">
      <dgm:prSet presAssocID="{FE14782F-34AC-4EFB-9E7F-992AC77F786B}" presName="spaceRect" presStyleCnt="0"/>
      <dgm:spPr/>
    </dgm:pt>
    <dgm:pt modelId="{2AD4D4B8-ECC0-4231-AD08-53930FC74F93}" type="pres">
      <dgm:prSet presAssocID="{FE14782F-34AC-4EFB-9E7F-992AC77F786B}" presName="textRect" presStyleLbl="revTx" presStyleIdx="0" presStyleCnt="4">
        <dgm:presLayoutVars>
          <dgm:chMax val="1"/>
          <dgm:chPref val="1"/>
        </dgm:presLayoutVars>
      </dgm:prSet>
      <dgm:spPr/>
    </dgm:pt>
    <dgm:pt modelId="{A3BA3068-907D-4B1D-A6D7-601A35A6C4C2}" type="pres">
      <dgm:prSet presAssocID="{0873B778-28A9-4373-B8E5-81B401528B23}" presName="sibTrans" presStyleCnt="0"/>
      <dgm:spPr/>
    </dgm:pt>
    <dgm:pt modelId="{506E3835-E810-4542-AF95-1A04C23C0156}" type="pres">
      <dgm:prSet presAssocID="{03A51847-FF7B-4AAB-A0C6-78AEF7A2FEB6}" presName="compNode" presStyleCnt="0"/>
      <dgm:spPr/>
    </dgm:pt>
    <dgm:pt modelId="{6A2093CD-D145-44EC-9C8E-6FB156C3540F}" type="pres">
      <dgm:prSet presAssocID="{03A51847-FF7B-4AAB-A0C6-78AEF7A2FEB6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2E1DBE7-E78F-4E72-99AC-67D3D4FF7D62}" type="pres">
      <dgm:prSet presAssocID="{03A51847-FF7B-4AAB-A0C6-78AEF7A2FEB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21DE8DFA-C509-4FEC-AB88-1DD5141BF6AF}" type="pres">
      <dgm:prSet presAssocID="{03A51847-FF7B-4AAB-A0C6-78AEF7A2FEB6}" presName="spaceRect" presStyleCnt="0"/>
      <dgm:spPr/>
    </dgm:pt>
    <dgm:pt modelId="{0206212C-32EB-4350-979F-CC3B452E1DDE}" type="pres">
      <dgm:prSet presAssocID="{03A51847-FF7B-4AAB-A0C6-78AEF7A2FEB6}" presName="textRect" presStyleLbl="revTx" presStyleIdx="1" presStyleCnt="4">
        <dgm:presLayoutVars>
          <dgm:chMax val="1"/>
          <dgm:chPref val="1"/>
        </dgm:presLayoutVars>
      </dgm:prSet>
      <dgm:spPr/>
    </dgm:pt>
    <dgm:pt modelId="{01A3D4D4-0B13-491E-91F8-383CBDD1FE48}" type="pres">
      <dgm:prSet presAssocID="{F1AA2B76-2D22-4B34-86A1-138FC9509D12}" presName="sibTrans" presStyleCnt="0"/>
      <dgm:spPr/>
    </dgm:pt>
    <dgm:pt modelId="{5857C2E4-2134-49E4-B900-5AF7108EAD63}" type="pres">
      <dgm:prSet presAssocID="{830586F7-5B72-43A5-A3DC-843CEBA67981}" presName="compNode" presStyleCnt="0"/>
      <dgm:spPr/>
    </dgm:pt>
    <dgm:pt modelId="{EE9B7FB0-FDCA-4644-B7B8-ACEBE0ADB05B}" type="pres">
      <dgm:prSet presAssocID="{830586F7-5B72-43A5-A3DC-843CEBA6798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EF8473D-11A8-4320-AA5B-D0CC0DFE4F2D}" type="pres">
      <dgm:prSet presAssocID="{830586F7-5B72-43A5-A3DC-843CEBA6798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gnatela"/>
        </a:ext>
      </dgm:extLst>
    </dgm:pt>
    <dgm:pt modelId="{EA0DA51E-D7EC-4F19-99E5-9386B1DD592C}" type="pres">
      <dgm:prSet presAssocID="{830586F7-5B72-43A5-A3DC-843CEBA67981}" presName="spaceRect" presStyleCnt="0"/>
      <dgm:spPr/>
    </dgm:pt>
    <dgm:pt modelId="{68FFDCC7-A6AE-4A6E-8A0D-E67FDE96F13F}" type="pres">
      <dgm:prSet presAssocID="{830586F7-5B72-43A5-A3DC-843CEBA67981}" presName="textRect" presStyleLbl="revTx" presStyleIdx="2" presStyleCnt="4">
        <dgm:presLayoutVars>
          <dgm:chMax val="1"/>
          <dgm:chPref val="1"/>
        </dgm:presLayoutVars>
      </dgm:prSet>
      <dgm:spPr/>
    </dgm:pt>
    <dgm:pt modelId="{49DE1510-82E7-4FC1-B4F7-1D975BE43C6E}" type="pres">
      <dgm:prSet presAssocID="{8122739A-D1CE-49C5-81E2-DF235EFB1933}" presName="sibTrans" presStyleCnt="0"/>
      <dgm:spPr/>
    </dgm:pt>
    <dgm:pt modelId="{45FA59AB-1B7A-4785-8F44-D0DAE55895B1}" type="pres">
      <dgm:prSet presAssocID="{23CF18C6-CD2D-4CF2-8878-385CC796A577}" presName="compNode" presStyleCnt="0"/>
      <dgm:spPr/>
    </dgm:pt>
    <dgm:pt modelId="{08CFDA5A-DCD4-4533-9111-470506DA190C}" type="pres">
      <dgm:prSet presAssocID="{23CF18C6-CD2D-4CF2-8878-385CC796A577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7BFD1A2-2A39-42A7-8EEB-F34CBAFD25F2}" type="pres">
      <dgm:prSet presAssocID="{23CF18C6-CD2D-4CF2-8878-385CC796A5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1FC09366-75E2-4F18-826F-BBD7BA2F9851}" type="pres">
      <dgm:prSet presAssocID="{23CF18C6-CD2D-4CF2-8878-385CC796A577}" presName="spaceRect" presStyleCnt="0"/>
      <dgm:spPr/>
    </dgm:pt>
    <dgm:pt modelId="{277A8B87-2F39-4D20-9F3E-AC7AF2A66355}" type="pres">
      <dgm:prSet presAssocID="{23CF18C6-CD2D-4CF2-8878-385CC796A57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9A41514-7894-4C78-B9D9-62219A1EEC79}" type="presOf" srcId="{03A51847-FF7B-4AAB-A0C6-78AEF7A2FEB6}" destId="{0206212C-32EB-4350-979F-CC3B452E1DDE}" srcOrd="0" destOrd="0" presId="urn:microsoft.com/office/officeart/2018/5/layout/IconLeafLabelList"/>
    <dgm:cxn modelId="{98E5F326-A3A0-4C35-BE13-F575A773B192}" srcId="{71B9145D-6898-41F6-8C59-BD634DF8CFF7}" destId="{FE14782F-34AC-4EFB-9E7F-992AC77F786B}" srcOrd="0" destOrd="0" parTransId="{B276BFF7-7209-4556-86B3-CEC37B8151E0}" sibTransId="{0873B778-28A9-4373-B8E5-81B401528B23}"/>
    <dgm:cxn modelId="{07B16538-D16E-463C-B04C-CA9C5C333781}" srcId="{71B9145D-6898-41F6-8C59-BD634DF8CFF7}" destId="{23CF18C6-CD2D-4CF2-8878-385CC796A577}" srcOrd="3" destOrd="0" parTransId="{98EBC883-FF67-41D5-B2EB-900016DAFA90}" sibTransId="{333A1277-1C56-433D-A5B6-A7A716F1CF22}"/>
    <dgm:cxn modelId="{97060A42-DC92-43C1-9618-8AE17B553795}" type="presOf" srcId="{830586F7-5B72-43A5-A3DC-843CEBA67981}" destId="{68FFDCC7-A6AE-4A6E-8A0D-E67FDE96F13F}" srcOrd="0" destOrd="0" presId="urn:microsoft.com/office/officeart/2018/5/layout/IconLeafLabelList"/>
    <dgm:cxn modelId="{3D51FA57-3D53-40F5-B59A-A3FE68ECA0CD}" type="presOf" srcId="{71B9145D-6898-41F6-8C59-BD634DF8CFF7}" destId="{F0E8D225-C751-4131-AF17-FD1A05D88444}" srcOrd="0" destOrd="0" presId="urn:microsoft.com/office/officeart/2018/5/layout/IconLeafLabelList"/>
    <dgm:cxn modelId="{7FCC6378-07D9-4314-9E4E-FA10FA396A00}" srcId="{71B9145D-6898-41F6-8C59-BD634DF8CFF7}" destId="{03A51847-FF7B-4AAB-A0C6-78AEF7A2FEB6}" srcOrd="1" destOrd="0" parTransId="{888C1980-1FA0-485F-B71C-F129BC6B5785}" sibTransId="{F1AA2B76-2D22-4B34-86A1-138FC9509D12}"/>
    <dgm:cxn modelId="{6080B7C2-6737-4713-9BC4-CF86A413CD88}" srcId="{71B9145D-6898-41F6-8C59-BD634DF8CFF7}" destId="{830586F7-5B72-43A5-A3DC-843CEBA67981}" srcOrd="2" destOrd="0" parTransId="{189F06F3-D7A9-418A-B167-40A053A085E3}" sibTransId="{8122739A-D1CE-49C5-81E2-DF235EFB1933}"/>
    <dgm:cxn modelId="{024EA1D4-B0E2-47E1-AA33-25B2853B7514}" type="presOf" srcId="{23CF18C6-CD2D-4CF2-8878-385CC796A577}" destId="{277A8B87-2F39-4D20-9F3E-AC7AF2A66355}" srcOrd="0" destOrd="0" presId="urn:microsoft.com/office/officeart/2018/5/layout/IconLeafLabelList"/>
    <dgm:cxn modelId="{FC8DE0D6-CA84-42CD-8374-AD24BCA9960C}" type="presOf" srcId="{FE14782F-34AC-4EFB-9E7F-992AC77F786B}" destId="{2AD4D4B8-ECC0-4231-AD08-53930FC74F93}" srcOrd="0" destOrd="0" presId="urn:microsoft.com/office/officeart/2018/5/layout/IconLeafLabelList"/>
    <dgm:cxn modelId="{79E7F239-C185-4DFE-A6CA-EE4A3BB6FBA6}" type="presParOf" srcId="{F0E8D225-C751-4131-AF17-FD1A05D88444}" destId="{09C9F6B3-E2C9-41D0-9E18-0AD75B6C12A6}" srcOrd="0" destOrd="0" presId="urn:microsoft.com/office/officeart/2018/5/layout/IconLeafLabelList"/>
    <dgm:cxn modelId="{A6D4A764-A60F-403E-A8DB-9CF6E08D9A7F}" type="presParOf" srcId="{09C9F6B3-E2C9-41D0-9E18-0AD75B6C12A6}" destId="{92C05AA7-611C-424C-80D0-FEC41CE2E125}" srcOrd="0" destOrd="0" presId="urn:microsoft.com/office/officeart/2018/5/layout/IconLeafLabelList"/>
    <dgm:cxn modelId="{7903EC34-B076-4367-BFEF-F7A075BE4978}" type="presParOf" srcId="{09C9F6B3-E2C9-41D0-9E18-0AD75B6C12A6}" destId="{93A8C2D7-E072-4F33-948F-AD8B8BE9E894}" srcOrd="1" destOrd="0" presId="urn:microsoft.com/office/officeart/2018/5/layout/IconLeafLabelList"/>
    <dgm:cxn modelId="{EB13CE0A-332C-4345-8846-F7371DECB4C4}" type="presParOf" srcId="{09C9F6B3-E2C9-41D0-9E18-0AD75B6C12A6}" destId="{7CB1C494-C38C-4A87-AE6E-82363D11A268}" srcOrd="2" destOrd="0" presId="urn:microsoft.com/office/officeart/2018/5/layout/IconLeafLabelList"/>
    <dgm:cxn modelId="{09002A43-4F7C-48EC-B5B3-AF7AB078961C}" type="presParOf" srcId="{09C9F6B3-E2C9-41D0-9E18-0AD75B6C12A6}" destId="{2AD4D4B8-ECC0-4231-AD08-53930FC74F93}" srcOrd="3" destOrd="0" presId="urn:microsoft.com/office/officeart/2018/5/layout/IconLeafLabelList"/>
    <dgm:cxn modelId="{2C4B379A-B242-48D2-8FB9-85493B065E49}" type="presParOf" srcId="{F0E8D225-C751-4131-AF17-FD1A05D88444}" destId="{A3BA3068-907D-4B1D-A6D7-601A35A6C4C2}" srcOrd="1" destOrd="0" presId="urn:microsoft.com/office/officeart/2018/5/layout/IconLeafLabelList"/>
    <dgm:cxn modelId="{3260C136-94EC-4C48-AACF-2763E91386F0}" type="presParOf" srcId="{F0E8D225-C751-4131-AF17-FD1A05D88444}" destId="{506E3835-E810-4542-AF95-1A04C23C0156}" srcOrd="2" destOrd="0" presId="urn:microsoft.com/office/officeart/2018/5/layout/IconLeafLabelList"/>
    <dgm:cxn modelId="{51DB56B3-CC63-43B6-854B-E0C22E91B6F2}" type="presParOf" srcId="{506E3835-E810-4542-AF95-1A04C23C0156}" destId="{6A2093CD-D145-44EC-9C8E-6FB156C3540F}" srcOrd="0" destOrd="0" presId="urn:microsoft.com/office/officeart/2018/5/layout/IconLeafLabelList"/>
    <dgm:cxn modelId="{3823E795-90C5-4ADC-85CE-7B1821547D99}" type="presParOf" srcId="{506E3835-E810-4542-AF95-1A04C23C0156}" destId="{02E1DBE7-E78F-4E72-99AC-67D3D4FF7D62}" srcOrd="1" destOrd="0" presId="urn:microsoft.com/office/officeart/2018/5/layout/IconLeafLabelList"/>
    <dgm:cxn modelId="{5A228CBA-7464-4F4A-80D1-775A5031490B}" type="presParOf" srcId="{506E3835-E810-4542-AF95-1A04C23C0156}" destId="{21DE8DFA-C509-4FEC-AB88-1DD5141BF6AF}" srcOrd="2" destOrd="0" presId="urn:microsoft.com/office/officeart/2018/5/layout/IconLeafLabelList"/>
    <dgm:cxn modelId="{594F9FDE-FEA1-44D0-AB74-1F76D15257A2}" type="presParOf" srcId="{506E3835-E810-4542-AF95-1A04C23C0156}" destId="{0206212C-32EB-4350-979F-CC3B452E1DDE}" srcOrd="3" destOrd="0" presId="urn:microsoft.com/office/officeart/2018/5/layout/IconLeafLabelList"/>
    <dgm:cxn modelId="{9B7C874F-8BC0-4C22-9100-563C5047C888}" type="presParOf" srcId="{F0E8D225-C751-4131-AF17-FD1A05D88444}" destId="{01A3D4D4-0B13-491E-91F8-383CBDD1FE48}" srcOrd="3" destOrd="0" presId="urn:microsoft.com/office/officeart/2018/5/layout/IconLeafLabelList"/>
    <dgm:cxn modelId="{EC077A1B-0244-4614-BC53-553C90B98BE6}" type="presParOf" srcId="{F0E8D225-C751-4131-AF17-FD1A05D88444}" destId="{5857C2E4-2134-49E4-B900-5AF7108EAD63}" srcOrd="4" destOrd="0" presId="urn:microsoft.com/office/officeart/2018/5/layout/IconLeafLabelList"/>
    <dgm:cxn modelId="{8612C6F4-335E-4250-ACDF-392F6ED840E3}" type="presParOf" srcId="{5857C2E4-2134-49E4-B900-5AF7108EAD63}" destId="{EE9B7FB0-FDCA-4644-B7B8-ACEBE0ADB05B}" srcOrd="0" destOrd="0" presId="urn:microsoft.com/office/officeart/2018/5/layout/IconLeafLabelList"/>
    <dgm:cxn modelId="{61A76D01-470C-4CBB-B7E4-ED42AA111721}" type="presParOf" srcId="{5857C2E4-2134-49E4-B900-5AF7108EAD63}" destId="{3EF8473D-11A8-4320-AA5B-D0CC0DFE4F2D}" srcOrd="1" destOrd="0" presId="urn:microsoft.com/office/officeart/2018/5/layout/IconLeafLabelList"/>
    <dgm:cxn modelId="{FBC8805C-F4B2-4AD1-B762-DD84ADA68BCF}" type="presParOf" srcId="{5857C2E4-2134-49E4-B900-5AF7108EAD63}" destId="{EA0DA51E-D7EC-4F19-99E5-9386B1DD592C}" srcOrd="2" destOrd="0" presId="urn:microsoft.com/office/officeart/2018/5/layout/IconLeafLabelList"/>
    <dgm:cxn modelId="{77637B1A-862B-41FF-9B46-B2EA55706D53}" type="presParOf" srcId="{5857C2E4-2134-49E4-B900-5AF7108EAD63}" destId="{68FFDCC7-A6AE-4A6E-8A0D-E67FDE96F13F}" srcOrd="3" destOrd="0" presId="urn:microsoft.com/office/officeart/2018/5/layout/IconLeafLabelList"/>
    <dgm:cxn modelId="{96448581-2A1C-4788-AFD2-05C5A08663AE}" type="presParOf" srcId="{F0E8D225-C751-4131-AF17-FD1A05D88444}" destId="{49DE1510-82E7-4FC1-B4F7-1D975BE43C6E}" srcOrd="5" destOrd="0" presId="urn:microsoft.com/office/officeart/2018/5/layout/IconLeafLabelList"/>
    <dgm:cxn modelId="{0EB239A6-3C50-4A9B-A53F-194870D9D6E0}" type="presParOf" srcId="{F0E8D225-C751-4131-AF17-FD1A05D88444}" destId="{45FA59AB-1B7A-4785-8F44-D0DAE55895B1}" srcOrd="6" destOrd="0" presId="urn:microsoft.com/office/officeart/2018/5/layout/IconLeafLabelList"/>
    <dgm:cxn modelId="{930819E7-1D58-46F1-80EF-7A5FCFE90E21}" type="presParOf" srcId="{45FA59AB-1B7A-4785-8F44-D0DAE55895B1}" destId="{08CFDA5A-DCD4-4533-9111-470506DA190C}" srcOrd="0" destOrd="0" presId="urn:microsoft.com/office/officeart/2018/5/layout/IconLeafLabelList"/>
    <dgm:cxn modelId="{BB4C78F6-A350-4F39-8122-EDD513CAAEC0}" type="presParOf" srcId="{45FA59AB-1B7A-4785-8F44-D0DAE55895B1}" destId="{E7BFD1A2-2A39-42A7-8EEB-F34CBAFD25F2}" srcOrd="1" destOrd="0" presId="urn:microsoft.com/office/officeart/2018/5/layout/IconLeafLabelList"/>
    <dgm:cxn modelId="{63660088-1A16-4C17-A8A5-FE5F3A524ADC}" type="presParOf" srcId="{45FA59AB-1B7A-4785-8F44-D0DAE55895B1}" destId="{1FC09366-75E2-4F18-826F-BBD7BA2F9851}" srcOrd="2" destOrd="0" presId="urn:microsoft.com/office/officeart/2018/5/layout/IconLeafLabelList"/>
    <dgm:cxn modelId="{AEA95B2D-C858-4CA5-8077-7C42253556A2}" type="presParOf" srcId="{45FA59AB-1B7A-4785-8F44-D0DAE55895B1}" destId="{277A8B87-2F39-4D20-9F3E-AC7AF2A6635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4979CF4-9C17-47BE-B952-0F1743C7F3A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A1D2082-55B7-489A-95C6-64D61095411F}">
      <dgm:prSet custT="1"/>
      <dgm:spPr/>
      <dgm:t>
        <a:bodyPr/>
        <a:lstStyle/>
        <a:p>
          <a:r>
            <a:rPr lang="it-IT" sz="2800" dirty="0"/>
            <a:t>Java</a:t>
          </a:r>
          <a:endParaRPr lang="en-US" sz="2800" dirty="0"/>
        </a:p>
      </dgm:t>
    </dgm:pt>
    <dgm:pt modelId="{C86184FC-AB1A-402E-857E-B40647843688}" type="parTrans" cxnId="{7F9C24D6-AA8E-482C-990C-FEFFC3E271B9}">
      <dgm:prSet/>
      <dgm:spPr/>
      <dgm:t>
        <a:bodyPr/>
        <a:lstStyle/>
        <a:p>
          <a:endParaRPr lang="en-US"/>
        </a:p>
      </dgm:t>
    </dgm:pt>
    <dgm:pt modelId="{6C32623C-51C7-475E-8474-65585EA75248}" type="sibTrans" cxnId="{7F9C24D6-AA8E-482C-990C-FEFFC3E271B9}">
      <dgm:prSet/>
      <dgm:spPr/>
      <dgm:t>
        <a:bodyPr/>
        <a:lstStyle/>
        <a:p>
          <a:endParaRPr lang="en-US"/>
        </a:p>
      </dgm:t>
    </dgm:pt>
    <dgm:pt modelId="{E116ABC5-336E-4EC5-A28B-3A31C47138FA}">
      <dgm:prSet custT="1"/>
      <dgm:spPr/>
      <dgm:t>
        <a:bodyPr/>
        <a:lstStyle/>
        <a:p>
          <a:r>
            <a:rPr lang="it-IT" sz="2800" dirty="0"/>
            <a:t>Maven</a:t>
          </a:r>
          <a:endParaRPr lang="en-US" sz="2800" dirty="0"/>
        </a:p>
      </dgm:t>
    </dgm:pt>
    <dgm:pt modelId="{C1EFE5F3-01CD-4644-A2B4-60DE651D86D4}" type="parTrans" cxnId="{77D88C6C-F10B-4BC3-AFEE-C0D91F8864F6}">
      <dgm:prSet/>
      <dgm:spPr/>
      <dgm:t>
        <a:bodyPr/>
        <a:lstStyle/>
        <a:p>
          <a:endParaRPr lang="en-US"/>
        </a:p>
      </dgm:t>
    </dgm:pt>
    <dgm:pt modelId="{8F1098A2-C8EA-4CF7-B2E8-16509E585D89}" type="sibTrans" cxnId="{77D88C6C-F10B-4BC3-AFEE-C0D91F8864F6}">
      <dgm:prSet/>
      <dgm:spPr/>
      <dgm:t>
        <a:bodyPr/>
        <a:lstStyle/>
        <a:p>
          <a:endParaRPr lang="en-US"/>
        </a:p>
      </dgm:t>
    </dgm:pt>
    <dgm:pt modelId="{EC7D81FC-2446-4DD3-B29E-8CA418B84E34}">
      <dgm:prSet custT="1"/>
      <dgm:spPr/>
      <dgm:t>
        <a:bodyPr/>
        <a:lstStyle/>
        <a:p>
          <a:r>
            <a:rPr lang="it-IT" sz="2800" dirty="0" err="1"/>
            <a:t>JavaFX</a:t>
          </a:r>
          <a:endParaRPr lang="en-US" sz="2800" dirty="0"/>
        </a:p>
      </dgm:t>
    </dgm:pt>
    <dgm:pt modelId="{0F942D26-A63D-41E2-9C32-917010B402FA}" type="parTrans" cxnId="{0979BA76-79D4-4FDC-A009-0567EA1C24E2}">
      <dgm:prSet/>
      <dgm:spPr/>
      <dgm:t>
        <a:bodyPr/>
        <a:lstStyle/>
        <a:p>
          <a:endParaRPr lang="en-US"/>
        </a:p>
      </dgm:t>
    </dgm:pt>
    <dgm:pt modelId="{C47F8026-C1CE-42CE-AE14-A22244380D2D}" type="sibTrans" cxnId="{0979BA76-79D4-4FDC-A009-0567EA1C24E2}">
      <dgm:prSet/>
      <dgm:spPr/>
      <dgm:t>
        <a:bodyPr/>
        <a:lstStyle/>
        <a:p>
          <a:endParaRPr lang="en-US"/>
        </a:p>
      </dgm:t>
    </dgm:pt>
    <dgm:pt modelId="{24620249-700D-46D8-9DE6-855AD2E79303}">
      <dgm:prSet custT="1"/>
      <dgm:spPr/>
      <dgm:t>
        <a:bodyPr/>
        <a:lstStyle/>
        <a:p>
          <a:r>
            <a:rPr lang="it-IT" sz="2800" dirty="0" err="1"/>
            <a:t>Socket.IO</a:t>
          </a:r>
          <a:r>
            <a:rPr lang="it-IT" sz="2800" dirty="0"/>
            <a:t> </a:t>
          </a:r>
          <a:r>
            <a:rPr lang="it-IT" sz="1100" dirty="0"/>
            <a:t>(comunicazione in tempo reale tra client)</a:t>
          </a:r>
          <a:endParaRPr lang="en-US" sz="1100" dirty="0"/>
        </a:p>
      </dgm:t>
    </dgm:pt>
    <dgm:pt modelId="{734C5CDC-05F2-4C01-8AAD-D17D03EECAE0}" type="parTrans" cxnId="{F4A1D059-2231-4DE9-9DB4-9F8A0879E29F}">
      <dgm:prSet/>
      <dgm:spPr/>
      <dgm:t>
        <a:bodyPr/>
        <a:lstStyle/>
        <a:p>
          <a:endParaRPr lang="en-US"/>
        </a:p>
      </dgm:t>
    </dgm:pt>
    <dgm:pt modelId="{1723AE1F-AD27-460C-AE70-7B6C4C50CDD3}" type="sibTrans" cxnId="{F4A1D059-2231-4DE9-9DB4-9F8A0879E29F}">
      <dgm:prSet/>
      <dgm:spPr/>
      <dgm:t>
        <a:bodyPr/>
        <a:lstStyle/>
        <a:p>
          <a:endParaRPr lang="en-US"/>
        </a:p>
      </dgm:t>
    </dgm:pt>
    <dgm:pt modelId="{63C2EF11-8A6D-44C1-A67E-338E99491BF0}">
      <dgm:prSet custT="1"/>
      <dgm:spPr/>
      <dgm:t>
        <a:bodyPr/>
        <a:lstStyle/>
        <a:p>
          <a:r>
            <a:rPr lang="it-IT" sz="2800" dirty="0"/>
            <a:t>H2 </a:t>
          </a:r>
        </a:p>
        <a:p>
          <a:r>
            <a:rPr lang="it-IT" sz="1100" dirty="0"/>
            <a:t>(database embedded)</a:t>
          </a:r>
          <a:endParaRPr lang="en-US" sz="1100" dirty="0"/>
        </a:p>
      </dgm:t>
    </dgm:pt>
    <dgm:pt modelId="{17BD5D41-193D-45E1-BC66-0F48107132F5}" type="parTrans" cxnId="{DE2393C3-8B84-4AA3-95D7-5DBD97177853}">
      <dgm:prSet/>
      <dgm:spPr/>
      <dgm:t>
        <a:bodyPr/>
        <a:lstStyle/>
        <a:p>
          <a:endParaRPr lang="en-US"/>
        </a:p>
      </dgm:t>
    </dgm:pt>
    <dgm:pt modelId="{B3D78EBF-2911-444F-AE82-977B7E03BF03}" type="sibTrans" cxnId="{DE2393C3-8B84-4AA3-95D7-5DBD97177853}">
      <dgm:prSet/>
      <dgm:spPr/>
      <dgm:t>
        <a:bodyPr/>
        <a:lstStyle/>
        <a:p>
          <a:endParaRPr lang="en-US"/>
        </a:p>
      </dgm:t>
    </dgm:pt>
    <dgm:pt modelId="{99F84D14-B4D6-4294-8578-74378A4DCAEA}">
      <dgm:prSet custT="1"/>
      <dgm:spPr/>
      <dgm:t>
        <a:bodyPr/>
        <a:lstStyle/>
        <a:p>
          <a:r>
            <a:rPr lang="it-IT" sz="2800" dirty="0" err="1"/>
            <a:t>Papyrus</a:t>
          </a:r>
          <a:endParaRPr lang="en-US" sz="2800" dirty="0"/>
        </a:p>
      </dgm:t>
    </dgm:pt>
    <dgm:pt modelId="{FCA4542F-4758-49F1-A1D1-BC02BD3DA1A5}" type="parTrans" cxnId="{FBAA7CB7-B356-4366-8A8D-8BE7AAFE10B4}">
      <dgm:prSet/>
      <dgm:spPr/>
      <dgm:t>
        <a:bodyPr/>
        <a:lstStyle/>
        <a:p>
          <a:endParaRPr lang="en-US"/>
        </a:p>
      </dgm:t>
    </dgm:pt>
    <dgm:pt modelId="{3EA79F38-0B5D-4FBC-941D-B567F3F7B4A7}" type="sibTrans" cxnId="{FBAA7CB7-B356-4366-8A8D-8BE7AAFE10B4}">
      <dgm:prSet/>
      <dgm:spPr/>
      <dgm:t>
        <a:bodyPr/>
        <a:lstStyle/>
        <a:p>
          <a:endParaRPr lang="en-US"/>
        </a:p>
      </dgm:t>
    </dgm:pt>
    <dgm:pt modelId="{96FE423E-D377-4204-9B54-8B30897F90F5}">
      <dgm:prSet custT="1"/>
      <dgm:spPr/>
      <dgm:t>
        <a:bodyPr/>
        <a:lstStyle/>
        <a:p>
          <a:r>
            <a:rPr lang="it-IT" sz="2800" dirty="0"/>
            <a:t>Eclipse</a:t>
          </a:r>
          <a:endParaRPr lang="en-US" sz="2800" dirty="0"/>
        </a:p>
      </dgm:t>
    </dgm:pt>
    <dgm:pt modelId="{0EFB5A56-038C-471C-8BCC-B74AA9FDB627}" type="parTrans" cxnId="{A92E94F6-9339-4F21-A7C5-D4DAC2BC5B6C}">
      <dgm:prSet/>
      <dgm:spPr/>
      <dgm:t>
        <a:bodyPr/>
        <a:lstStyle/>
        <a:p>
          <a:endParaRPr lang="en-US"/>
        </a:p>
      </dgm:t>
    </dgm:pt>
    <dgm:pt modelId="{ED3D0443-B7D6-43C4-A7C9-71BC15D210BA}" type="sibTrans" cxnId="{A92E94F6-9339-4F21-A7C5-D4DAC2BC5B6C}">
      <dgm:prSet/>
      <dgm:spPr/>
      <dgm:t>
        <a:bodyPr/>
        <a:lstStyle/>
        <a:p>
          <a:endParaRPr lang="en-US"/>
        </a:p>
      </dgm:t>
    </dgm:pt>
    <dgm:pt modelId="{06E9517D-9995-4FF6-81FE-C7FA4C75DFA8}" type="pres">
      <dgm:prSet presAssocID="{54979CF4-9C17-47BE-B952-0F1743C7F3AD}" presName="root" presStyleCnt="0">
        <dgm:presLayoutVars>
          <dgm:dir/>
          <dgm:resizeHandles val="exact"/>
        </dgm:presLayoutVars>
      </dgm:prSet>
      <dgm:spPr/>
    </dgm:pt>
    <dgm:pt modelId="{F7D815C2-2634-4970-92CD-271B97BB3378}" type="pres">
      <dgm:prSet presAssocID="{1A1D2082-55B7-489A-95C6-64D61095411F}" presName="compNode" presStyleCnt="0"/>
      <dgm:spPr/>
    </dgm:pt>
    <dgm:pt modelId="{7652CA50-9987-41B2-99D9-107C7AF4E9F7}" type="pres">
      <dgm:prSet presAssocID="{1A1D2082-55B7-489A-95C6-64D61095411F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atore"/>
        </a:ext>
      </dgm:extLst>
    </dgm:pt>
    <dgm:pt modelId="{EE2A440C-D04F-4488-BC25-C90875220E3D}" type="pres">
      <dgm:prSet presAssocID="{1A1D2082-55B7-489A-95C6-64D61095411F}" presName="spaceRect" presStyleCnt="0"/>
      <dgm:spPr/>
    </dgm:pt>
    <dgm:pt modelId="{9460D584-9FDD-45E6-9E48-F0CB2983B675}" type="pres">
      <dgm:prSet presAssocID="{1A1D2082-55B7-489A-95C6-64D61095411F}" presName="textRect" presStyleLbl="revTx" presStyleIdx="0" presStyleCnt="7">
        <dgm:presLayoutVars>
          <dgm:chMax val="1"/>
          <dgm:chPref val="1"/>
        </dgm:presLayoutVars>
      </dgm:prSet>
      <dgm:spPr/>
    </dgm:pt>
    <dgm:pt modelId="{4B9C12D3-5493-448D-9C50-F6493B964554}" type="pres">
      <dgm:prSet presAssocID="{6C32623C-51C7-475E-8474-65585EA75248}" presName="sibTrans" presStyleCnt="0"/>
      <dgm:spPr/>
    </dgm:pt>
    <dgm:pt modelId="{5A122845-9482-4DAC-B2C7-449176B131DA}" type="pres">
      <dgm:prSet presAssocID="{E116ABC5-336E-4EC5-A28B-3A31C47138FA}" presName="compNode" presStyleCnt="0"/>
      <dgm:spPr/>
    </dgm:pt>
    <dgm:pt modelId="{78C65283-2835-4B04-A1F7-C174E0E0B9B4}" type="pres">
      <dgm:prSet presAssocID="{E116ABC5-336E-4EC5-A28B-3A31C47138FA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umenti"/>
        </a:ext>
      </dgm:extLst>
    </dgm:pt>
    <dgm:pt modelId="{F54376B3-DA46-49E5-9492-48E9D6B8C1A2}" type="pres">
      <dgm:prSet presAssocID="{E116ABC5-336E-4EC5-A28B-3A31C47138FA}" presName="spaceRect" presStyleCnt="0"/>
      <dgm:spPr/>
    </dgm:pt>
    <dgm:pt modelId="{D4FFBE1E-3347-433C-B33E-20428DADEE55}" type="pres">
      <dgm:prSet presAssocID="{E116ABC5-336E-4EC5-A28B-3A31C47138FA}" presName="textRect" presStyleLbl="revTx" presStyleIdx="1" presStyleCnt="7">
        <dgm:presLayoutVars>
          <dgm:chMax val="1"/>
          <dgm:chPref val="1"/>
        </dgm:presLayoutVars>
      </dgm:prSet>
      <dgm:spPr/>
    </dgm:pt>
    <dgm:pt modelId="{B016E1F6-1763-4D91-BA63-761A53E3C0D5}" type="pres">
      <dgm:prSet presAssocID="{8F1098A2-C8EA-4CF7-B2E8-16509E585D89}" presName="sibTrans" presStyleCnt="0"/>
      <dgm:spPr/>
    </dgm:pt>
    <dgm:pt modelId="{FD61198A-2DEF-4967-AC3B-75713C2B63B1}" type="pres">
      <dgm:prSet presAssocID="{EC7D81FC-2446-4DD3-B29E-8CA418B84E34}" presName="compNode" presStyleCnt="0"/>
      <dgm:spPr/>
    </dgm:pt>
    <dgm:pt modelId="{681E6228-FEF0-4BCF-87E9-7754913AB9A4}" type="pres">
      <dgm:prSet presAssocID="{EC7D81FC-2446-4DD3-B29E-8CA418B84E34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volozza"/>
        </a:ext>
      </dgm:extLst>
    </dgm:pt>
    <dgm:pt modelId="{B057FA82-254E-45EB-B11E-CED0AF3CC400}" type="pres">
      <dgm:prSet presAssocID="{EC7D81FC-2446-4DD3-B29E-8CA418B84E34}" presName="spaceRect" presStyleCnt="0"/>
      <dgm:spPr/>
    </dgm:pt>
    <dgm:pt modelId="{5E29801A-9CAF-45BE-94AF-BAA8A36677EF}" type="pres">
      <dgm:prSet presAssocID="{EC7D81FC-2446-4DD3-B29E-8CA418B84E34}" presName="textRect" presStyleLbl="revTx" presStyleIdx="2" presStyleCnt="7">
        <dgm:presLayoutVars>
          <dgm:chMax val="1"/>
          <dgm:chPref val="1"/>
        </dgm:presLayoutVars>
      </dgm:prSet>
      <dgm:spPr/>
    </dgm:pt>
    <dgm:pt modelId="{F68CFAA6-5092-4DE4-97F2-82CD6551BCA2}" type="pres">
      <dgm:prSet presAssocID="{C47F8026-C1CE-42CE-AE14-A22244380D2D}" presName="sibTrans" presStyleCnt="0"/>
      <dgm:spPr/>
    </dgm:pt>
    <dgm:pt modelId="{EC645556-5D3B-4012-AE6A-3386A1EC9990}" type="pres">
      <dgm:prSet presAssocID="{24620249-700D-46D8-9DE6-855AD2E79303}" presName="compNode" presStyleCnt="0"/>
      <dgm:spPr/>
    </dgm:pt>
    <dgm:pt modelId="{6B12C3C0-66AB-42AC-9A2A-B6CCE6F4B220}" type="pres">
      <dgm:prSet presAssocID="{24620249-700D-46D8-9DE6-855AD2E79303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itano"/>
        </a:ext>
      </dgm:extLst>
    </dgm:pt>
    <dgm:pt modelId="{86358A67-CAE2-4C8B-8E8A-B4C1B7003147}" type="pres">
      <dgm:prSet presAssocID="{24620249-700D-46D8-9DE6-855AD2E79303}" presName="spaceRect" presStyleCnt="0"/>
      <dgm:spPr/>
    </dgm:pt>
    <dgm:pt modelId="{8D6BA18F-409C-4168-8A93-DDEB30741F2F}" type="pres">
      <dgm:prSet presAssocID="{24620249-700D-46D8-9DE6-855AD2E79303}" presName="textRect" presStyleLbl="revTx" presStyleIdx="3" presStyleCnt="7">
        <dgm:presLayoutVars>
          <dgm:chMax val="1"/>
          <dgm:chPref val="1"/>
        </dgm:presLayoutVars>
      </dgm:prSet>
      <dgm:spPr/>
    </dgm:pt>
    <dgm:pt modelId="{6B098E01-84E2-451B-A0B5-9F4148BDDED5}" type="pres">
      <dgm:prSet presAssocID="{1723AE1F-AD27-460C-AE70-7B6C4C50CDD3}" presName="sibTrans" presStyleCnt="0"/>
      <dgm:spPr/>
    </dgm:pt>
    <dgm:pt modelId="{5A6F5A14-66E4-4BE5-AC46-CE8773BF77F0}" type="pres">
      <dgm:prSet presAssocID="{63C2EF11-8A6D-44C1-A67E-338E99491BF0}" presName="compNode" presStyleCnt="0"/>
      <dgm:spPr/>
    </dgm:pt>
    <dgm:pt modelId="{0F2A9710-C476-4C03-BB21-8D37FB7B8A06}" type="pres">
      <dgm:prSet presAssocID="{63C2EF11-8A6D-44C1-A67E-338E99491BF0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AAF1368-2709-47EF-8E0B-52092CB47910}" type="pres">
      <dgm:prSet presAssocID="{63C2EF11-8A6D-44C1-A67E-338E99491BF0}" presName="spaceRect" presStyleCnt="0"/>
      <dgm:spPr/>
    </dgm:pt>
    <dgm:pt modelId="{BA069BDD-BC06-4C3F-96BF-C29490A9D039}" type="pres">
      <dgm:prSet presAssocID="{63C2EF11-8A6D-44C1-A67E-338E99491BF0}" presName="textRect" presStyleLbl="revTx" presStyleIdx="4" presStyleCnt="7">
        <dgm:presLayoutVars>
          <dgm:chMax val="1"/>
          <dgm:chPref val="1"/>
        </dgm:presLayoutVars>
      </dgm:prSet>
      <dgm:spPr/>
    </dgm:pt>
    <dgm:pt modelId="{CB45BF47-A51A-4284-AE67-2D9804C8FB5D}" type="pres">
      <dgm:prSet presAssocID="{B3D78EBF-2911-444F-AE82-977B7E03BF03}" presName="sibTrans" presStyleCnt="0"/>
      <dgm:spPr/>
    </dgm:pt>
    <dgm:pt modelId="{4D442B9A-157D-4E7E-9957-9DF52436AB8D}" type="pres">
      <dgm:prSet presAssocID="{99F84D14-B4D6-4294-8578-74378A4DCAEA}" presName="compNode" presStyleCnt="0"/>
      <dgm:spPr/>
    </dgm:pt>
    <dgm:pt modelId="{F49F0013-F4BF-4952-ACAB-C52DADDAFE54}" type="pres">
      <dgm:prSet presAssocID="{99F84D14-B4D6-4294-8578-74378A4DCAEA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ntosauro"/>
        </a:ext>
      </dgm:extLst>
    </dgm:pt>
    <dgm:pt modelId="{389B8432-339F-4EC6-9D46-12769FE059B0}" type="pres">
      <dgm:prSet presAssocID="{99F84D14-B4D6-4294-8578-74378A4DCAEA}" presName="spaceRect" presStyleCnt="0"/>
      <dgm:spPr/>
    </dgm:pt>
    <dgm:pt modelId="{550EA3B3-9B1F-4E8A-861D-A0DB582177CA}" type="pres">
      <dgm:prSet presAssocID="{99F84D14-B4D6-4294-8578-74378A4DCAEA}" presName="textRect" presStyleLbl="revTx" presStyleIdx="5" presStyleCnt="7" custScaleX="133857">
        <dgm:presLayoutVars>
          <dgm:chMax val="1"/>
          <dgm:chPref val="1"/>
        </dgm:presLayoutVars>
      </dgm:prSet>
      <dgm:spPr/>
    </dgm:pt>
    <dgm:pt modelId="{5CD7B445-FECC-4BA6-8000-9A463D89D4EB}" type="pres">
      <dgm:prSet presAssocID="{3EA79F38-0B5D-4FBC-941D-B567F3F7B4A7}" presName="sibTrans" presStyleCnt="0"/>
      <dgm:spPr/>
    </dgm:pt>
    <dgm:pt modelId="{72481850-920E-429C-A1EE-50A016BACC85}" type="pres">
      <dgm:prSet presAssocID="{96FE423E-D377-4204-9B54-8B30897F90F5}" presName="compNode" presStyleCnt="0"/>
      <dgm:spPr/>
    </dgm:pt>
    <dgm:pt modelId="{2F492640-6712-4A36-91CC-69AA4BAD20D4}" type="pres">
      <dgm:prSet presAssocID="{96FE423E-D377-4204-9B54-8B30897F90F5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4147EE16-491D-4F26-8F32-F8346FBA68D0}" type="pres">
      <dgm:prSet presAssocID="{96FE423E-D377-4204-9B54-8B30897F90F5}" presName="spaceRect" presStyleCnt="0"/>
      <dgm:spPr/>
    </dgm:pt>
    <dgm:pt modelId="{712DC2A2-3082-405B-9320-BB5D1DA90387}" type="pres">
      <dgm:prSet presAssocID="{96FE423E-D377-4204-9B54-8B30897F90F5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BC33A41E-843B-4D9E-8DFC-4BCF256B477F}" type="presOf" srcId="{EC7D81FC-2446-4DD3-B29E-8CA418B84E34}" destId="{5E29801A-9CAF-45BE-94AF-BAA8A36677EF}" srcOrd="0" destOrd="0" presId="urn:microsoft.com/office/officeart/2018/2/layout/IconLabelList"/>
    <dgm:cxn modelId="{1B0D8E30-281E-42AA-82AF-ADDDD692208E}" type="presOf" srcId="{1A1D2082-55B7-489A-95C6-64D61095411F}" destId="{9460D584-9FDD-45E6-9E48-F0CB2983B675}" srcOrd="0" destOrd="0" presId="urn:microsoft.com/office/officeart/2018/2/layout/IconLabelList"/>
    <dgm:cxn modelId="{77D88C6C-F10B-4BC3-AFEE-C0D91F8864F6}" srcId="{54979CF4-9C17-47BE-B952-0F1743C7F3AD}" destId="{E116ABC5-336E-4EC5-A28B-3A31C47138FA}" srcOrd="1" destOrd="0" parTransId="{C1EFE5F3-01CD-4644-A2B4-60DE651D86D4}" sibTransId="{8F1098A2-C8EA-4CF7-B2E8-16509E585D89}"/>
    <dgm:cxn modelId="{0979BA76-79D4-4FDC-A009-0567EA1C24E2}" srcId="{54979CF4-9C17-47BE-B952-0F1743C7F3AD}" destId="{EC7D81FC-2446-4DD3-B29E-8CA418B84E34}" srcOrd="2" destOrd="0" parTransId="{0F942D26-A63D-41E2-9C32-917010B402FA}" sibTransId="{C47F8026-C1CE-42CE-AE14-A22244380D2D}"/>
    <dgm:cxn modelId="{F4A1D059-2231-4DE9-9DB4-9F8A0879E29F}" srcId="{54979CF4-9C17-47BE-B952-0F1743C7F3AD}" destId="{24620249-700D-46D8-9DE6-855AD2E79303}" srcOrd="3" destOrd="0" parTransId="{734C5CDC-05F2-4C01-8AAD-D17D03EECAE0}" sibTransId="{1723AE1F-AD27-460C-AE70-7B6C4C50CDD3}"/>
    <dgm:cxn modelId="{FBAA7CB7-B356-4366-8A8D-8BE7AAFE10B4}" srcId="{54979CF4-9C17-47BE-B952-0F1743C7F3AD}" destId="{99F84D14-B4D6-4294-8578-74378A4DCAEA}" srcOrd="5" destOrd="0" parTransId="{FCA4542F-4758-49F1-A1D1-BC02BD3DA1A5}" sibTransId="{3EA79F38-0B5D-4FBC-941D-B567F3F7B4A7}"/>
    <dgm:cxn modelId="{37A6FFB7-4B40-4E93-B430-4A4ED9CEE157}" type="presOf" srcId="{54979CF4-9C17-47BE-B952-0F1743C7F3AD}" destId="{06E9517D-9995-4FF6-81FE-C7FA4C75DFA8}" srcOrd="0" destOrd="0" presId="urn:microsoft.com/office/officeart/2018/2/layout/IconLabelList"/>
    <dgm:cxn modelId="{8EDBD8BF-535B-4FEB-ABFA-14DB60F1D03E}" type="presOf" srcId="{63C2EF11-8A6D-44C1-A67E-338E99491BF0}" destId="{BA069BDD-BC06-4C3F-96BF-C29490A9D039}" srcOrd="0" destOrd="0" presId="urn:microsoft.com/office/officeart/2018/2/layout/IconLabelList"/>
    <dgm:cxn modelId="{DE2393C3-8B84-4AA3-95D7-5DBD97177853}" srcId="{54979CF4-9C17-47BE-B952-0F1743C7F3AD}" destId="{63C2EF11-8A6D-44C1-A67E-338E99491BF0}" srcOrd="4" destOrd="0" parTransId="{17BD5D41-193D-45E1-BC66-0F48107132F5}" sibTransId="{B3D78EBF-2911-444F-AE82-977B7E03BF03}"/>
    <dgm:cxn modelId="{6E21B6C4-92E9-4CE5-A8C0-E2249F5212CD}" type="presOf" srcId="{24620249-700D-46D8-9DE6-855AD2E79303}" destId="{8D6BA18F-409C-4168-8A93-DDEB30741F2F}" srcOrd="0" destOrd="0" presId="urn:microsoft.com/office/officeart/2018/2/layout/IconLabelList"/>
    <dgm:cxn modelId="{7F9C24D6-AA8E-482C-990C-FEFFC3E271B9}" srcId="{54979CF4-9C17-47BE-B952-0F1743C7F3AD}" destId="{1A1D2082-55B7-489A-95C6-64D61095411F}" srcOrd="0" destOrd="0" parTransId="{C86184FC-AB1A-402E-857E-B40647843688}" sibTransId="{6C32623C-51C7-475E-8474-65585EA75248}"/>
    <dgm:cxn modelId="{0F53B7DF-8695-4F25-A9D0-AB21FFED4CCD}" type="presOf" srcId="{E116ABC5-336E-4EC5-A28B-3A31C47138FA}" destId="{D4FFBE1E-3347-433C-B33E-20428DADEE55}" srcOrd="0" destOrd="0" presId="urn:microsoft.com/office/officeart/2018/2/layout/IconLabelList"/>
    <dgm:cxn modelId="{4C9101E6-DC90-4BF1-8038-79F4C4EA214B}" type="presOf" srcId="{96FE423E-D377-4204-9B54-8B30897F90F5}" destId="{712DC2A2-3082-405B-9320-BB5D1DA90387}" srcOrd="0" destOrd="0" presId="urn:microsoft.com/office/officeart/2018/2/layout/IconLabelList"/>
    <dgm:cxn modelId="{420334E8-AA6A-485C-87CB-565EB16E7952}" type="presOf" srcId="{99F84D14-B4D6-4294-8578-74378A4DCAEA}" destId="{550EA3B3-9B1F-4E8A-861D-A0DB582177CA}" srcOrd="0" destOrd="0" presId="urn:microsoft.com/office/officeart/2018/2/layout/IconLabelList"/>
    <dgm:cxn modelId="{A92E94F6-9339-4F21-A7C5-D4DAC2BC5B6C}" srcId="{54979CF4-9C17-47BE-B952-0F1743C7F3AD}" destId="{96FE423E-D377-4204-9B54-8B30897F90F5}" srcOrd="6" destOrd="0" parTransId="{0EFB5A56-038C-471C-8BCC-B74AA9FDB627}" sibTransId="{ED3D0443-B7D6-43C4-A7C9-71BC15D210BA}"/>
    <dgm:cxn modelId="{E41FE692-3C5F-4EA8-81B2-3AC7837AC0BC}" type="presParOf" srcId="{06E9517D-9995-4FF6-81FE-C7FA4C75DFA8}" destId="{F7D815C2-2634-4970-92CD-271B97BB3378}" srcOrd="0" destOrd="0" presId="urn:microsoft.com/office/officeart/2018/2/layout/IconLabelList"/>
    <dgm:cxn modelId="{34D09940-3952-4E56-941A-9C2E457CEA9F}" type="presParOf" srcId="{F7D815C2-2634-4970-92CD-271B97BB3378}" destId="{7652CA50-9987-41B2-99D9-107C7AF4E9F7}" srcOrd="0" destOrd="0" presId="urn:microsoft.com/office/officeart/2018/2/layout/IconLabelList"/>
    <dgm:cxn modelId="{F08BE01D-AFEA-4AE7-A584-93FC2856384B}" type="presParOf" srcId="{F7D815C2-2634-4970-92CD-271B97BB3378}" destId="{EE2A440C-D04F-4488-BC25-C90875220E3D}" srcOrd="1" destOrd="0" presId="urn:microsoft.com/office/officeart/2018/2/layout/IconLabelList"/>
    <dgm:cxn modelId="{E5C7A1B2-1BA8-411A-B781-B387AB9E292C}" type="presParOf" srcId="{F7D815C2-2634-4970-92CD-271B97BB3378}" destId="{9460D584-9FDD-45E6-9E48-F0CB2983B675}" srcOrd="2" destOrd="0" presId="urn:microsoft.com/office/officeart/2018/2/layout/IconLabelList"/>
    <dgm:cxn modelId="{95CF5542-9FF3-4D3D-8966-019CA1E7475D}" type="presParOf" srcId="{06E9517D-9995-4FF6-81FE-C7FA4C75DFA8}" destId="{4B9C12D3-5493-448D-9C50-F6493B964554}" srcOrd="1" destOrd="0" presId="urn:microsoft.com/office/officeart/2018/2/layout/IconLabelList"/>
    <dgm:cxn modelId="{EA4B1FEF-F71C-426F-ADF0-24E9465ACC4F}" type="presParOf" srcId="{06E9517D-9995-4FF6-81FE-C7FA4C75DFA8}" destId="{5A122845-9482-4DAC-B2C7-449176B131DA}" srcOrd="2" destOrd="0" presId="urn:microsoft.com/office/officeart/2018/2/layout/IconLabelList"/>
    <dgm:cxn modelId="{E5E3FA86-7587-4444-9C1B-29CB84C657D4}" type="presParOf" srcId="{5A122845-9482-4DAC-B2C7-449176B131DA}" destId="{78C65283-2835-4B04-A1F7-C174E0E0B9B4}" srcOrd="0" destOrd="0" presId="urn:microsoft.com/office/officeart/2018/2/layout/IconLabelList"/>
    <dgm:cxn modelId="{1A88CF1D-C80C-445B-A6FE-059D3B409887}" type="presParOf" srcId="{5A122845-9482-4DAC-B2C7-449176B131DA}" destId="{F54376B3-DA46-49E5-9492-48E9D6B8C1A2}" srcOrd="1" destOrd="0" presId="urn:microsoft.com/office/officeart/2018/2/layout/IconLabelList"/>
    <dgm:cxn modelId="{F3673639-8C26-4804-B268-CCFA61042648}" type="presParOf" srcId="{5A122845-9482-4DAC-B2C7-449176B131DA}" destId="{D4FFBE1E-3347-433C-B33E-20428DADEE55}" srcOrd="2" destOrd="0" presId="urn:microsoft.com/office/officeart/2018/2/layout/IconLabelList"/>
    <dgm:cxn modelId="{FF4267C5-BF24-4255-87B6-1EE843C4D84D}" type="presParOf" srcId="{06E9517D-9995-4FF6-81FE-C7FA4C75DFA8}" destId="{B016E1F6-1763-4D91-BA63-761A53E3C0D5}" srcOrd="3" destOrd="0" presId="urn:microsoft.com/office/officeart/2018/2/layout/IconLabelList"/>
    <dgm:cxn modelId="{C661BC1A-F764-4719-BDDF-4B5409E0405B}" type="presParOf" srcId="{06E9517D-9995-4FF6-81FE-C7FA4C75DFA8}" destId="{FD61198A-2DEF-4967-AC3B-75713C2B63B1}" srcOrd="4" destOrd="0" presId="urn:microsoft.com/office/officeart/2018/2/layout/IconLabelList"/>
    <dgm:cxn modelId="{99AECDEB-9B17-43D4-A6DE-416EAE309838}" type="presParOf" srcId="{FD61198A-2DEF-4967-AC3B-75713C2B63B1}" destId="{681E6228-FEF0-4BCF-87E9-7754913AB9A4}" srcOrd="0" destOrd="0" presId="urn:microsoft.com/office/officeart/2018/2/layout/IconLabelList"/>
    <dgm:cxn modelId="{A3828B46-3737-41DD-B3C6-B0EC36EAC7B9}" type="presParOf" srcId="{FD61198A-2DEF-4967-AC3B-75713C2B63B1}" destId="{B057FA82-254E-45EB-B11E-CED0AF3CC400}" srcOrd="1" destOrd="0" presId="urn:microsoft.com/office/officeart/2018/2/layout/IconLabelList"/>
    <dgm:cxn modelId="{4FF256FF-C4BF-4CD7-BF18-D30285516F4C}" type="presParOf" srcId="{FD61198A-2DEF-4967-AC3B-75713C2B63B1}" destId="{5E29801A-9CAF-45BE-94AF-BAA8A36677EF}" srcOrd="2" destOrd="0" presId="urn:microsoft.com/office/officeart/2018/2/layout/IconLabelList"/>
    <dgm:cxn modelId="{5CDC0B37-EDE9-47CC-8C8E-C6E1E43452C8}" type="presParOf" srcId="{06E9517D-9995-4FF6-81FE-C7FA4C75DFA8}" destId="{F68CFAA6-5092-4DE4-97F2-82CD6551BCA2}" srcOrd="5" destOrd="0" presId="urn:microsoft.com/office/officeart/2018/2/layout/IconLabelList"/>
    <dgm:cxn modelId="{31153753-808B-4BA7-9972-129E62CA1623}" type="presParOf" srcId="{06E9517D-9995-4FF6-81FE-C7FA4C75DFA8}" destId="{EC645556-5D3B-4012-AE6A-3386A1EC9990}" srcOrd="6" destOrd="0" presId="urn:microsoft.com/office/officeart/2018/2/layout/IconLabelList"/>
    <dgm:cxn modelId="{433E97D1-1AFD-4AAC-8433-9EFC73587F70}" type="presParOf" srcId="{EC645556-5D3B-4012-AE6A-3386A1EC9990}" destId="{6B12C3C0-66AB-42AC-9A2A-B6CCE6F4B220}" srcOrd="0" destOrd="0" presId="urn:microsoft.com/office/officeart/2018/2/layout/IconLabelList"/>
    <dgm:cxn modelId="{DECAAA91-67BA-4422-89A3-DF74F2EC530D}" type="presParOf" srcId="{EC645556-5D3B-4012-AE6A-3386A1EC9990}" destId="{86358A67-CAE2-4C8B-8E8A-B4C1B7003147}" srcOrd="1" destOrd="0" presId="urn:microsoft.com/office/officeart/2018/2/layout/IconLabelList"/>
    <dgm:cxn modelId="{3B78198D-ABE1-47DD-8965-23AD10847CF5}" type="presParOf" srcId="{EC645556-5D3B-4012-AE6A-3386A1EC9990}" destId="{8D6BA18F-409C-4168-8A93-DDEB30741F2F}" srcOrd="2" destOrd="0" presId="urn:microsoft.com/office/officeart/2018/2/layout/IconLabelList"/>
    <dgm:cxn modelId="{89E978E8-0E30-40C9-B7C6-36D35540D12A}" type="presParOf" srcId="{06E9517D-9995-4FF6-81FE-C7FA4C75DFA8}" destId="{6B098E01-84E2-451B-A0B5-9F4148BDDED5}" srcOrd="7" destOrd="0" presId="urn:microsoft.com/office/officeart/2018/2/layout/IconLabelList"/>
    <dgm:cxn modelId="{884D2ED2-9218-42D2-8F42-5A198EF98602}" type="presParOf" srcId="{06E9517D-9995-4FF6-81FE-C7FA4C75DFA8}" destId="{5A6F5A14-66E4-4BE5-AC46-CE8773BF77F0}" srcOrd="8" destOrd="0" presId="urn:microsoft.com/office/officeart/2018/2/layout/IconLabelList"/>
    <dgm:cxn modelId="{2E8D31C1-D99F-4783-B889-2275E99FE8FE}" type="presParOf" srcId="{5A6F5A14-66E4-4BE5-AC46-CE8773BF77F0}" destId="{0F2A9710-C476-4C03-BB21-8D37FB7B8A06}" srcOrd="0" destOrd="0" presId="urn:microsoft.com/office/officeart/2018/2/layout/IconLabelList"/>
    <dgm:cxn modelId="{274ACBCE-9C07-4A29-ABAE-430109F222BE}" type="presParOf" srcId="{5A6F5A14-66E4-4BE5-AC46-CE8773BF77F0}" destId="{DAAF1368-2709-47EF-8E0B-52092CB47910}" srcOrd="1" destOrd="0" presId="urn:microsoft.com/office/officeart/2018/2/layout/IconLabelList"/>
    <dgm:cxn modelId="{8EE7A28C-06FC-4994-9EC1-071FAEABC43C}" type="presParOf" srcId="{5A6F5A14-66E4-4BE5-AC46-CE8773BF77F0}" destId="{BA069BDD-BC06-4C3F-96BF-C29490A9D039}" srcOrd="2" destOrd="0" presId="urn:microsoft.com/office/officeart/2018/2/layout/IconLabelList"/>
    <dgm:cxn modelId="{9A9EDD23-AC75-42B5-BD4E-8ADB1A8B4A28}" type="presParOf" srcId="{06E9517D-9995-4FF6-81FE-C7FA4C75DFA8}" destId="{CB45BF47-A51A-4284-AE67-2D9804C8FB5D}" srcOrd="9" destOrd="0" presId="urn:microsoft.com/office/officeart/2018/2/layout/IconLabelList"/>
    <dgm:cxn modelId="{985B4940-BD54-4E54-A805-BC1FD6EA53A7}" type="presParOf" srcId="{06E9517D-9995-4FF6-81FE-C7FA4C75DFA8}" destId="{4D442B9A-157D-4E7E-9957-9DF52436AB8D}" srcOrd="10" destOrd="0" presId="urn:microsoft.com/office/officeart/2018/2/layout/IconLabelList"/>
    <dgm:cxn modelId="{6EA68710-5447-451D-BA70-4323C5FC0E9C}" type="presParOf" srcId="{4D442B9A-157D-4E7E-9957-9DF52436AB8D}" destId="{F49F0013-F4BF-4952-ACAB-C52DADDAFE54}" srcOrd="0" destOrd="0" presId="urn:microsoft.com/office/officeart/2018/2/layout/IconLabelList"/>
    <dgm:cxn modelId="{A0DDC9A1-00F5-4770-93E2-FA2763378A0B}" type="presParOf" srcId="{4D442B9A-157D-4E7E-9957-9DF52436AB8D}" destId="{389B8432-339F-4EC6-9D46-12769FE059B0}" srcOrd="1" destOrd="0" presId="urn:microsoft.com/office/officeart/2018/2/layout/IconLabelList"/>
    <dgm:cxn modelId="{F30C2BF9-45D8-415F-AA77-714986B1F5DA}" type="presParOf" srcId="{4D442B9A-157D-4E7E-9957-9DF52436AB8D}" destId="{550EA3B3-9B1F-4E8A-861D-A0DB582177CA}" srcOrd="2" destOrd="0" presId="urn:microsoft.com/office/officeart/2018/2/layout/IconLabelList"/>
    <dgm:cxn modelId="{2F3E084C-455C-427D-AB66-D9D0038DEB79}" type="presParOf" srcId="{06E9517D-9995-4FF6-81FE-C7FA4C75DFA8}" destId="{5CD7B445-FECC-4BA6-8000-9A463D89D4EB}" srcOrd="11" destOrd="0" presId="urn:microsoft.com/office/officeart/2018/2/layout/IconLabelList"/>
    <dgm:cxn modelId="{2651C270-61C0-4B09-887F-A82E4E0840D4}" type="presParOf" srcId="{06E9517D-9995-4FF6-81FE-C7FA4C75DFA8}" destId="{72481850-920E-429C-A1EE-50A016BACC85}" srcOrd="12" destOrd="0" presId="urn:microsoft.com/office/officeart/2018/2/layout/IconLabelList"/>
    <dgm:cxn modelId="{C5A387D9-62AE-4E7F-932A-D5A766A88422}" type="presParOf" srcId="{72481850-920E-429C-A1EE-50A016BACC85}" destId="{2F492640-6712-4A36-91CC-69AA4BAD20D4}" srcOrd="0" destOrd="0" presId="urn:microsoft.com/office/officeart/2018/2/layout/IconLabelList"/>
    <dgm:cxn modelId="{930388BE-89DD-489C-892F-2D639792002B}" type="presParOf" srcId="{72481850-920E-429C-A1EE-50A016BACC85}" destId="{4147EE16-491D-4F26-8F32-F8346FBA68D0}" srcOrd="1" destOrd="0" presId="urn:microsoft.com/office/officeart/2018/2/layout/IconLabelList"/>
    <dgm:cxn modelId="{B3493C80-EDB3-47D8-9815-7B171ACC9D17}" type="presParOf" srcId="{72481850-920E-429C-A1EE-50A016BACC85}" destId="{712DC2A2-3082-405B-9320-BB5D1DA9038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4067908-F573-4B81-B3A2-492A5580F128}" type="doc">
      <dgm:prSet loTypeId="urn:microsoft.com/office/officeart/2005/8/layout/hierarchy1" loCatId="hierarchy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BD77B5C-021F-4102-8857-691780EAE230}">
      <dgm:prSet/>
      <dgm:spPr/>
      <dgm:t>
        <a:bodyPr/>
        <a:lstStyle/>
        <a:p>
          <a:r>
            <a:rPr lang="it-IT" dirty="0"/>
            <a:t>Modello ibrido</a:t>
          </a:r>
          <a:endParaRPr lang="en-US" dirty="0"/>
        </a:p>
      </dgm:t>
    </dgm:pt>
    <dgm:pt modelId="{76F1FCF8-1E16-4BDF-ACDB-8CA328A02C55}" type="parTrans" cxnId="{0D08EA88-E6CF-4C89-9104-BC94E2BFF25F}">
      <dgm:prSet/>
      <dgm:spPr/>
      <dgm:t>
        <a:bodyPr/>
        <a:lstStyle/>
        <a:p>
          <a:endParaRPr lang="en-US"/>
        </a:p>
      </dgm:t>
    </dgm:pt>
    <dgm:pt modelId="{24179AE2-6891-4911-9271-822CA88B6915}" type="sibTrans" cxnId="{0D08EA88-E6CF-4C89-9104-BC94E2BFF25F}">
      <dgm:prSet/>
      <dgm:spPr/>
      <dgm:t>
        <a:bodyPr/>
        <a:lstStyle/>
        <a:p>
          <a:endParaRPr lang="en-US"/>
        </a:p>
      </dgm:t>
    </dgm:pt>
    <dgm:pt modelId="{B1B602D2-89AD-4FBA-BA29-55AC52161B8B}">
      <dgm:prSet/>
      <dgm:spPr/>
      <dgm:t>
        <a:bodyPr/>
        <a:lstStyle/>
        <a:p>
          <a:r>
            <a:rPr lang="it-IT"/>
            <a:t>Client-Server</a:t>
          </a:r>
          <a:endParaRPr lang="en-US"/>
        </a:p>
      </dgm:t>
    </dgm:pt>
    <dgm:pt modelId="{1D86CAB5-701E-4EEA-9A4D-5550FD28190D}" type="parTrans" cxnId="{F3E5F70A-8679-4920-8F0B-9EB168E07802}">
      <dgm:prSet/>
      <dgm:spPr/>
      <dgm:t>
        <a:bodyPr/>
        <a:lstStyle/>
        <a:p>
          <a:endParaRPr lang="en-US"/>
        </a:p>
      </dgm:t>
    </dgm:pt>
    <dgm:pt modelId="{F8DA60D7-E898-4CEB-9714-44ED744A5533}" type="sibTrans" cxnId="{F3E5F70A-8679-4920-8F0B-9EB168E07802}">
      <dgm:prSet/>
      <dgm:spPr/>
      <dgm:t>
        <a:bodyPr/>
        <a:lstStyle/>
        <a:p>
          <a:endParaRPr lang="en-US"/>
        </a:p>
      </dgm:t>
    </dgm:pt>
    <dgm:pt modelId="{7C2C93A7-7C7A-4D17-B818-551DC1092833}">
      <dgm:prSet/>
      <dgm:spPr/>
      <dgm:t>
        <a:bodyPr/>
        <a:lstStyle/>
        <a:p>
          <a:r>
            <a:rPr lang="it-IT"/>
            <a:t>Model-View-Controller</a:t>
          </a:r>
          <a:endParaRPr lang="en-US"/>
        </a:p>
      </dgm:t>
    </dgm:pt>
    <dgm:pt modelId="{30ECD1FE-8C8F-4944-818B-0C3C0D437AC1}" type="parTrans" cxnId="{A136C873-BC83-4655-B296-F458A5C3F850}">
      <dgm:prSet/>
      <dgm:spPr/>
      <dgm:t>
        <a:bodyPr/>
        <a:lstStyle/>
        <a:p>
          <a:endParaRPr lang="en-US"/>
        </a:p>
      </dgm:t>
    </dgm:pt>
    <dgm:pt modelId="{C0D69892-5855-472D-A3FA-799AD54CB5D8}" type="sibTrans" cxnId="{A136C873-BC83-4655-B296-F458A5C3F850}">
      <dgm:prSet/>
      <dgm:spPr/>
      <dgm:t>
        <a:bodyPr/>
        <a:lstStyle/>
        <a:p>
          <a:endParaRPr lang="en-US"/>
        </a:p>
      </dgm:t>
    </dgm:pt>
    <dgm:pt modelId="{E21C5654-11F1-4FDC-9152-20BB206E4464}" type="pres">
      <dgm:prSet presAssocID="{A4067908-F573-4B81-B3A2-492A5580F1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8D85AE-00EE-4B25-9D52-D6B61196CAEB}" type="pres">
      <dgm:prSet presAssocID="{5BD77B5C-021F-4102-8857-691780EAE230}" presName="hierRoot1" presStyleCnt="0"/>
      <dgm:spPr/>
    </dgm:pt>
    <dgm:pt modelId="{682EEF70-EBDE-469D-A341-069058D479C4}" type="pres">
      <dgm:prSet presAssocID="{5BD77B5C-021F-4102-8857-691780EAE230}" presName="composite" presStyleCnt="0"/>
      <dgm:spPr/>
    </dgm:pt>
    <dgm:pt modelId="{5168FA61-738F-48D4-8478-F12395648408}" type="pres">
      <dgm:prSet presAssocID="{5BD77B5C-021F-4102-8857-691780EAE230}" presName="background" presStyleLbl="node0" presStyleIdx="0" presStyleCnt="1"/>
      <dgm:spPr/>
    </dgm:pt>
    <dgm:pt modelId="{A210E655-EFB8-49C5-8BB1-44ABAF4A72F2}" type="pres">
      <dgm:prSet presAssocID="{5BD77B5C-021F-4102-8857-691780EAE230}" presName="text" presStyleLbl="fgAcc0" presStyleIdx="0" presStyleCnt="1">
        <dgm:presLayoutVars>
          <dgm:chPref val="3"/>
        </dgm:presLayoutVars>
      </dgm:prSet>
      <dgm:spPr/>
    </dgm:pt>
    <dgm:pt modelId="{16CF0E81-8805-4DB8-A20F-AD2805C31FF8}" type="pres">
      <dgm:prSet presAssocID="{5BD77B5C-021F-4102-8857-691780EAE230}" presName="hierChild2" presStyleCnt="0"/>
      <dgm:spPr/>
    </dgm:pt>
    <dgm:pt modelId="{C702E705-1B19-4AEA-95A0-9AA07A6847A7}" type="pres">
      <dgm:prSet presAssocID="{1D86CAB5-701E-4EEA-9A4D-5550FD28190D}" presName="Name10" presStyleLbl="parChTrans1D2" presStyleIdx="0" presStyleCnt="2"/>
      <dgm:spPr/>
    </dgm:pt>
    <dgm:pt modelId="{C788C802-B9E0-404C-9EDC-34E777F9A2F0}" type="pres">
      <dgm:prSet presAssocID="{B1B602D2-89AD-4FBA-BA29-55AC52161B8B}" presName="hierRoot2" presStyleCnt="0"/>
      <dgm:spPr/>
    </dgm:pt>
    <dgm:pt modelId="{353BE581-6053-48E7-B31C-65EC8DE6474F}" type="pres">
      <dgm:prSet presAssocID="{B1B602D2-89AD-4FBA-BA29-55AC52161B8B}" presName="composite2" presStyleCnt="0"/>
      <dgm:spPr/>
    </dgm:pt>
    <dgm:pt modelId="{FC2DDC83-BF4A-48DF-8C05-478B3A3563D6}" type="pres">
      <dgm:prSet presAssocID="{B1B602D2-89AD-4FBA-BA29-55AC52161B8B}" presName="background2" presStyleLbl="node2" presStyleIdx="0" presStyleCnt="2"/>
      <dgm:spPr/>
    </dgm:pt>
    <dgm:pt modelId="{9690210D-AA46-45E3-81BF-F9F23B4A477A}" type="pres">
      <dgm:prSet presAssocID="{B1B602D2-89AD-4FBA-BA29-55AC52161B8B}" presName="text2" presStyleLbl="fgAcc2" presStyleIdx="0" presStyleCnt="2">
        <dgm:presLayoutVars>
          <dgm:chPref val="3"/>
        </dgm:presLayoutVars>
      </dgm:prSet>
      <dgm:spPr/>
    </dgm:pt>
    <dgm:pt modelId="{351BC0C7-009B-4283-A96C-FBACF58624D3}" type="pres">
      <dgm:prSet presAssocID="{B1B602D2-89AD-4FBA-BA29-55AC52161B8B}" presName="hierChild3" presStyleCnt="0"/>
      <dgm:spPr/>
    </dgm:pt>
    <dgm:pt modelId="{10AADACB-0029-451A-86AE-EFEEB0120039}" type="pres">
      <dgm:prSet presAssocID="{30ECD1FE-8C8F-4944-818B-0C3C0D437AC1}" presName="Name10" presStyleLbl="parChTrans1D2" presStyleIdx="1" presStyleCnt="2"/>
      <dgm:spPr/>
    </dgm:pt>
    <dgm:pt modelId="{C098CC11-5826-4245-9693-F4B83EC0D52B}" type="pres">
      <dgm:prSet presAssocID="{7C2C93A7-7C7A-4D17-B818-551DC1092833}" presName="hierRoot2" presStyleCnt="0"/>
      <dgm:spPr/>
    </dgm:pt>
    <dgm:pt modelId="{CB3DC878-3F24-48ED-81F0-1CAFECFEDF84}" type="pres">
      <dgm:prSet presAssocID="{7C2C93A7-7C7A-4D17-B818-551DC1092833}" presName="composite2" presStyleCnt="0"/>
      <dgm:spPr/>
    </dgm:pt>
    <dgm:pt modelId="{49113AE9-FE1A-47E0-B76C-D8DDE6DBF880}" type="pres">
      <dgm:prSet presAssocID="{7C2C93A7-7C7A-4D17-B818-551DC1092833}" presName="background2" presStyleLbl="node2" presStyleIdx="1" presStyleCnt="2"/>
      <dgm:spPr/>
    </dgm:pt>
    <dgm:pt modelId="{BA2C3F9C-67C2-4BDC-B73A-DA910A01A661}" type="pres">
      <dgm:prSet presAssocID="{7C2C93A7-7C7A-4D17-B818-551DC1092833}" presName="text2" presStyleLbl="fgAcc2" presStyleIdx="1" presStyleCnt="2">
        <dgm:presLayoutVars>
          <dgm:chPref val="3"/>
        </dgm:presLayoutVars>
      </dgm:prSet>
      <dgm:spPr/>
    </dgm:pt>
    <dgm:pt modelId="{30845537-C8FD-4250-AAAF-D68FC13C3D25}" type="pres">
      <dgm:prSet presAssocID="{7C2C93A7-7C7A-4D17-B818-551DC1092833}" presName="hierChild3" presStyleCnt="0"/>
      <dgm:spPr/>
    </dgm:pt>
  </dgm:ptLst>
  <dgm:cxnLst>
    <dgm:cxn modelId="{225D5507-3B13-4296-95F5-0A6480A3E8B6}" type="presOf" srcId="{5BD77B5C-021F-4102-8857-691780EAE230}" destId="{A210E655-EFB8-49C5-8BB1-44ABAF4A72F2}" srcOrd="0" destOrd="0" presId="urn:microsoft.com/office/officeart/2005/8/layout/hierarchy1"/>
    <dgm:cxn modelId="{F3E5F70A-8679-4920-8F0B-9EB168E07802}" srcId="{5BD77B5C-021F-4102-8857-691780EAE230}" destId="{B1B602D2-89AD-4FBA-BA29-55AC52161B8B}" srcOrd="0" destOrd="0" parTransId="{1D86CAB5-701E-4EEA-9A4D-5550FD28190D}" sibTransId="{F8DA60D7-E898-4CEB-9714-44ED744A5533}"/>
    <dgm:cxn modelId="{FA7E3A0C-890B-447A-A7C8-BF5EE68B50F3}" type="presOf" srcId="{1D86CAB5-701E-4EEA-9A4D-5550FD28190D}" destId="{C702E705-1B19-4AEA-95A0-9AA07A6847A7}" srcOrd="0" destOrd="0" presId="urn:microsoft.com/office/officeart/2005/8/layout/hierarchy1"/>
    <dgm:cxn modelId="{4B997021-A5BB-4319-8BCA-282BC0E74623}" type="presOf" srcId="{7C2C93A7-7C7A-4D17-B818-551DC1092833}" destId="{BA2C3F9C-67C2-4BDC-B73A-DA910A01A661}" srcOrd="0" destOrd="0" presId="urn:microsoft.com/office/officeart/2005/8/layout/hierarchy1"/>
    <dgm:cxn modelId="{592CB168-02DC-435F-A247-125A6BA64000}" type="presOf" srcId="{30ECD1FE-8C8F-4944-818B-0C3C0D437AC1}" destId="{10AADACB-0029-451A-86AE-EFEEB0120039}" srcOrd="0" destOrd="0" presId="urn:microsoft.com/office/officeart/2005/8/layout/hierarchy1"/>
    <dgm:cxn modelId="{A136C873-BC83-4655-B296-F458A5C3F850}" srcId="{5BD77B5C-021F-4102-8857-691780EAE230}" destId="{7C2C93A7-7C7A-4D17-B818-551DC1092833}" srcOrd="1" destOrd="0" parTransId="{30ECD1FE-8C8F-4944-818B-0C3C0D437AC1}" sibTransId="{C0D69892-5855-472D-A3FA-799AD54CB5D8}"/>
    <dgm:cxn modelId="{78668583-196F-452D-BB7E-C92149780C27}" type="presOf" srcId="{B1B602D2-89AD-4FBA-BA29-55AC52161B8B}" destId="{9690210D-AA46-45E3-81BF-F9F23B4A477A}" srcOrd="0" destOrd="0" presId="urn:microsoft.com/office/officeart/2005/8/layout/hierarchy1"/>
    <dgm:cxn modelId="{0D08EA88-E6CF-4C89-9104-BC94E2BFF25F}" srcId="{A4067908-F573-4B81-B3A2-492A5580F128}" destId="{5BD77B5C-021F-4102-8857-691780EAE230}" srcOrd="0" destOrd="0" parTransId="{76F1FCF8-1E16-4BDF-ACDB-8CA328A02C55}" sibTransId="{24179AE2-6891-4911-9271-822CA88B6915}"/>
    <dgm:cxn modelId="{5A81F3C5-6125-4C41-984C-6F989A4FAC42}" type="presOf" srcId="{A4067908-F573-4B81-B3A2-492A5580F128}" destId="{E21C5654-11F1-4FDC-9152-20BB206E4464}" srcOrd="0" destOrd="0" presId="urn:microsoft.com/office/officeart/2005/8/layout/hierarchy1"/>
    <dgm:cxn modelId="{8BA521AA-8E43-4841-AF57-6B5139905790}" type="presParOf" srcId="{E21C5654-11F1-4FDC-9152-20BB206E4464}" destId="{A88D85AE-00EE-4B25-9D52-D6B61196CAEB}" srcOrd="0" destOrd="0" presId="urn:microsoft.com/office/officeart/2005/8/layout/hierarchy1"/>
    <dgm:cxn modelId="{7D100F49-35AC-47EA-9E28-E9200F48524E}" type="presParOf" srcId="{A88D85AE-00EE-4B25-9D52-D6B61196CAEB}" destId="{682EEF70-EBDE-469D-A341-069058D479C4}" srcOrd="0" destOrd="0" presId="urn:microsoft.com/office/officeart/2005/8/layout/hierarchy1"/>
    <dgm:cxn modelId="{EEBA8A19-31A2-4F19-96C3-FE9A3E950060}" type="presParOf" srcId="{682EEF70-EBDE-469D-A341-069058D479C4}" destId="{5168FA61-738F-48D4-8478-F12395648408}" srcOrd="0" destOrd="0" presId="urn:microsoft.com/office/officeart/2005/8/layout/hierarchy1"/>
    <dgm:cxn modelId="{419C6821-4CDF-4FD5-A96E-C26E3F06EE88}" type="presParOf" srcId="{682EEF70-EBDE-469D-A341-069058D479C4}" destId="{A210E655-EFB8-49C5-8BB1-44ABAF4A72F2}" srcOrd="1" destOrd="0" presId="urn:microsoft.com/office/officeart/2005/8/layout/hierarchy1"/>
    <dgm:cxn modelId="{96D445D0-0C9B-4CA1-A6DF-752AA194C3A4}" type="presParOf" srcId="{A88D85AE-00EE-4B25-9D52-D6B61196CAEB}" destId="{16CF0E81-8805-4DB8-A20F-AD2805C31FF8}" srcOrd="1" destOrd="0" presId="urn:microsoft.com/office/officeart/2005/8/layout/hierarchy1"/>
    <dgm:cxn modelId="{C67029C7-9CA4-4688-9048-24447D5DC8C2}" type="presParOf" srcId="{16CF0E81-8805-4DB8-A20F-AD2805C31FF8}" destId="{C702E705-1B19-4AEA-95A0-9AA07A6847A7}" srcOrd="0" destOrd="0" presId="urn:microsoft.com/office/officeart/2005/8/layout/hierarchy1"/>
    <dgm:cxn modelId="{3680633D-D726-4E56-B8BB-9042F5CA70B9}" type="presParOf" srcId="{16CF0E81-8805-4DB8-A20F-AD2805C31FF8}" destId="{C788C802-B9E0-404C-9EDC-34E777F9A2F0}" srcOrd="1" destOrd="0" presId="urn:microsoft.com/office/officeart/2005/8/layout/hierarchy1"/>
    <dgm:cxn modelId="{F39EF30A-5D02-49AD-8E8A-560951FC85BF}" type="presParOf" srcId="{C788C802-B9E0-404C-9EDC-34E777F9A2F0}" destId="{353BE581-6053-48E7-B31C-65EC8DE6474F}" srcOrd="0" destOrd="0" presId="urn:microsoft.com/office/officeart/2005/8/layout/hierarchy1"/>
    <dgm:cxn modelId="{4B167626-07CD-48C8-AFD1-6610A9E9BE9B}" type="presParOf" srcId="{353BE581-6053-48E7-B31C-65EC8DE6474F}" destId="{FC2DDC83-BF4A-48DF-8C05-478B3A3563D6}" srcOrd="0" destOrd="0" presId="urn:microsoft.com/office/officeart/2005/8/layout/hierarchy1"/>
    <dgm:cxn modelId="{C0C51BC8-83ED-4792-B177-73A38D0FE06C}" type="presParOf" srcId="{353BE581-6053-48E7-B31C-65EC8DE6474F}" destId="{9690210D-AA46-45E3-81BF-F9F23B4A477A}" srcOrd="1" destOrd="0" presId="urn:microsoft.com/office/officeart/2005/8/layout/hierarchy1"/>
    <dgm:cxn modelId="{BE21A209-AEEF-4F6E-A627-9938037784D3}" type="presParOf" srcId="{C788C802-B9E0-404C-9EDC-34E777F9A2F0}" destId="{351BC0C7-009B-4283-A96C-FBACF58624D3}" srcOrd="1" destOrd="0" presId="urn:microsoft.com/office/officeart/2005/8/layout/hierarchy1"/>
    <dgm:cxn modelId="{8E7409E3-13D6-413E-9298-FBDA389B9E7B}" type="presParOf" srcId="{16CF0E81-8805-4DB8-A20F-AD2805C31FF8}" destId="{10AADACB-0029-451A-86AE-EFEEB0120039}" srcOrd="2" destOrd="0" presId="urn:microsoft.com/office/officeart/2005/8/layout/hierarchy1"/>
    <dgm:cxn modelId="{7A6A7CE5-5758-47CF-AF54-D3364F25C1EF}" type="presParOf" srcId="{16CF0E81-8805-4DB8-A20F-AD2805C31FF8}" destId="{C098CC11-5826-4245-9693-F4B83EC0D52B}" srcOrd="3" destOrd="0" presId="urn:microsoft.com/office/officeart/2005/8/layout/hierarchy1"/>
    <dgm:cxn modelId="{85FA6DF5-F756-407F-B444-E404952FC8C8}" type="presParOf" srcId="{C098CC11-5826-4245-9693-F4B83EC0D52B}" destId="{CB3DC878-3F24-48ED-81F0-1CAFECFEDF84}" srcOrd="0" destOrd="0" presId="urn:microsoft.com/office/officeart/2005/8/layout/hierarchy1"/>
    <dgm:cxn modelId="{E59F0215-6CB7-4AF8-A6BD-3C3E5A35CB53}" type="presParOf" srcId="{CB3DC878-3F24-48ED-81F0-1CAFECFEDF84}" destId="{49113AE9-FE1A-47E0-B76C-D8DDE6DBF880}" srcOrd="0" destOrd="0" presId="urn:microsoft.com/office/officeart/2005/8/layout/hierarchy1"/>
    <dgm:cxn modelId="{654E69DB-345C-45E4-A658-44076B0B5AB6}" type="presParOf" srcId="{CB3DC878-3F24-48ED-81F0-1CAFECFEDF84}" destId="{BA2C3F9C-67C2-4BDC-B73A-DA910A01A661}" srcOrd="1" destOrd="0" presId="urn:microsoft.com/office/officeart/2005/8/layout/hierarchy1"/>
    <dgm:cxn modelId="{16CD315E-FC8C-44BB-8CC6-5796310BA4C0}" type="presParOf" srcId="{C098CC11-5826-4245-9693-F4B83EC0D52B}" destId="{30845537-C8FD-4250-AAAF-D68FC13C3D2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DDF8FFF-2F06-48FF-8229-BDFB4DD7DE1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FE4F770-E26A-40C6-B0C6-E759A72D4F25}">
      <dgm:prSet/>
      <dgm:spPr/>
      <dgm:t>
        <a:bodyPr/>
        <a:lstStyle/>
        <a:p>
          <a:pPr>
            <a:defRPr cap="all"/>
          </a:pPr>
          <a:r>
            <a:rPr lang="it-IT"/>
            <a:t>Refactoring basato sull’intuito</a:t>
          </a:r>
          <a:endParaRPr lang="en-US"/>
        </a:p>
      </dgm:t>
    </dgm:pt>
    <dgm:pt modelId="{572F3B19-5115-4DD6-B741-D51322DF899A}" type="parTrans" cxnId="{11FAA4A8-59B1-4F68-A5EF-C518E5E1BA91}">
      <dgm:prSet/>
      <dgm:spPr/>
      <dgm:t>
        <a:bodyPr/>
        <a:lstStyle/>
        <a:p>
          <a:endParaRPr lang="en-US"/>
        </a:p>
      </dgm:t>
    </dgm:pt>
    <dgm:pt modelId="{BEA17126-188B-4745-A627-1357BB3BC0B9}" type="sibTrans" cxnId="{11FAA4A8-59B1-4F68-A5EF-C518E5E1BA91}">
      <dgm:prSet/>
      <dgm:spPr/>
      <dgm:t>
        <a:bodyPr/>
        <a:lstStyle/>
        <a:p>
          <a:endParaRPr lang="en-US"/>
        </a:p>
      </dgm:t>
    </dgm:pt>
    <dgm:pt modelId="{9D5A46CF-B487-43A9-B6ED-D58FFA738CE5}">
      <dgm:prSet/>
      <dgm:spPr/>
      <dgm:t>
        <a:bodyPr/>
        <a:lstStyle/>
        <a:p>
          <a:pPr>
            <a:defRPr cap="all"/>
          </a:pPr>
          <a:r>
            <a:rPr lang="it-IT"/>
            <a:t>Abbassamento complessità ciclomatica di McCabe (sonarlint)</a:t>
          </a:r>
          <a:endParaRPr lang="en-US"/>
        </a:p>
      </dgm:t>
    </dgm:pt>
    <dgm:pt modelId="{F9C69E3B-12D2-4627-B866-B80B124B86F4}" type="parTrans" cxnId="{265F3F4A-E002-494F-8B82-97D6FBF9459C}">
      <dgm:prSet/>
      <dgm:spPr/>
      <dgm:t>
        <a:bodyPr/>
        <a:lstStyle/>
        <a:p>
          <a:endParaRPr lang="en-US"/>
        </a:p>
      </dgm:t>
    </dgm:pt>
    <dgm:pt modelId="{78DF9D96-C0D9-4C2B-BA9C-841F1B9BE644}" type="sibTrans" cxnId="{265F3F4A-E002-494F-8B82-97D6FBF9459C}">
      <dgm:prSet/>
      <dgm:spPr/>
      <dgm:t>
        <a:bodyPr/>
        <a:lstStyle/>
        <a:p>
          <a:endParaRPr lang="en-US"/>
        </a:p>
      </dgm:t>
    </dgm:pt>
    <dgm:pt modelId="{F92E3CC2-45D3-4959-992E-9A3B45DE42E7}">
      <dgm:prSet/>
      <dgm:spPr/>
      <dgm:t>
        <a:bodyPr/>
        <a:lstStyle/>
        <a:p>
          <a:pPr>
            <a:defRPr cap="all"/>
          </a:pPr>
          <a:r>
            <a:rPr lang="it-IT"/>
            <a:t>Javadoc (leggibilità del codice)</a:t>
          </a:r>
          <a:endParaRPr lang="en-US"/>
        </a:p>
      </dgm:t>
    </dgm:pt>
    <dgm:pt modelId="{4D956A85-3F83-4912-A498-B509C4AA310E}" type="parTrans" cxnId="{FD77E6A4-4F76-473D-B64D-3FFE46C7FD42}">
      <dgm:prSet/>
      <dgm:spPr/>
      <dgm:t>
        <a:bodyPr/>
        <a:lstStyle/>
        <a:p>
          <a:endParaRPr lang="en-US"/>
        </a:p>
      </dgm:t>
    </dgm:pt>
    <dgm:pt modelId="{4EE9210B-7FBA-4AE6-A151-00B1EFE89AA9}" type="sibTrans" cxnId="{FD77E6A4-4F76-473D-B64D-3FFE46C7FD42}">
      <dgm:prSet/>
      <dgm:spPr/>
      <dgm:t>
        <a:bodyPr/>
        <a:lstStyle/>
        <a:p>
          <a:endParaRPr lang="en-US"/>
        </a:p>
      </dgm:t>
    </dgm:pt>
    <dgm:pt modelId="{2A52B3F6-64FE-420F-95CA-604BC856E93C}" type="pres">
      <dgm:prSet presAssocID="{5DDF8FFF-2F06-48FF-8229-BDFB4DD7DE1E}" presName="root" presStyleCnt="0">
        <dgm:presLayoutVars>
          <dgm:dir/>
          <dgm:resizeHandles val="exact"/>
        </dgm:presLayoutVars>
      </dgm:prSet>
      <dgm:spPr/>
    </dgm:pt>
    <dgm:pt modelId="{8C17845D-C993-441C-8A57-5EF3B713A646}" type="pres">
      <dgm:prSet presAssocID="{2FE4F770-E26A-40C6-B0C6-E759A72D4F25}" presName="compNode" presStyleCnt="0"/>
      <dgm:spPr/>
    </dgm:pt>
    <dgm:pt modelId="{D37D8AED-A118-4860-BAB2-33EE82F914F5}" type="pres">
      <dgm:prSet presAssocID="{2FE4F770-E26A-40C6-B0C6-E759A72D4F25}" presName="iconBgRect" presStyleLbl="bgShp" presStyleIdx="0" presStyleCnt="3"/>
      <dgm:spPr/>
    </dgm:pt>
    <dgm:pt modelId="{E71FFBD5-ABDB-4DAE-AC3A-02F6D8A12856}" type="pres">
      <dgm:prSet presAssocID="{2FE4F770-E26A-40C6-B0C6-E759A72D4F2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BD38974F-D9BA-42B6-A690-AEC539F24DEE}" type="pres">
      <dgm:prSet presAssocID="{2FE4F770-E26A-40C6-B0C6-E759A72D4F25}" presName="spaceRect" presStyleCnt="0"/>
      <dgm:spPr/>
    </dgm:pt>
    <dgm:pt modelId="{DA0A105D-C575-4BA4-ADE4-A37AB8D2C495}" type="pres">
      <dgm:prSet presAssocID="{2FE4F770-E26A-40C6-B0C6-E759A72D4F25}" presName="textRect" presStyleLbl="revTx" presStyleIdx="0" presStyleCnt="3">
        <dgm:presLayoutVars>
          <dgm:chMax val="1"/>
          <dgm:chPref val="1"/>
        </dgm:presLayoutVars>
      </dgm:prSet>
      <dgm:spPr/>
    </dgm:pt>
    <dgm:pt modelId="{6A14D99D-DD64-4EED-9D09-5BE6192A21BE}" type="pres">
      <dgm:prSet presAssocID="{BEA17126-188B-4745-A627-1357BB3BC0B9}" presName="sibTrans" presStyleCnt="0"/>
      <dgm:spPr/>
    </dgm:pt>
    <dgm:pt modelId="{AD7CC499-F20B-4E52-A3D7-97A09A44CCD4}" type="pres">
      <dgm:prSet presAssocID="{9D5A46CF-B487-43A9-B6ED-D58FFA738CE5}" presName="compNode" presStyleCnt="0"/>
      <dgm:spPr/>
    </dgm:pt>
    <dgm:pt modelId="{D790F1D6-FF2C-4398-8761-49BA88498712}" type="pres">
      <dgm:prSet presAssocID="{9D5A46CF-B487-43A9-B6ED-D58FFA738CE5}" presName="iconBgRect" presStyleLbl="bgShp" presStyleIdx="1" presStyleCnt="3"/>
      <dgm:spPr/>
    </dgm:pt>
    <dgm:pt modelId="{DCCD6DE2-D486-4149-AFBB-3E920358DA30}" type="pres">
      <dgm:prSet presAssocID="{9D5A46CF-B487-43A9-B6ED-D58FFA738C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A0C6026E-1749-4198-BF4F-A1C31C5A8447}" type="pres">
      <dgm:prSet presAssocID="{9D5A46CF-B487-43A9-B6ED-D58FFA738CE5}" presName="spaceRect" presStyleCnt="0"/>
      <dgm:spPr/>
    </dgm:pt>
    <dgm:pt modelId="{05F8E41A-DA58-46CB-9C2F-FB9526FE78A6}" type="pres">
      <dgm:prSet presAssocID="{9D5A46CF-B487-43A9-B6ED-D58FFA738CE5}" presName="textRect" presStyleLbl="revTx" presStyleIdx="1" presStyleCnt="3">
        <dgm:presLayoutVars>
          <dgm:chMax val="1"/>
          <dgm:chPref val="1"/>
        </dgm:presLayoutVars>
      </dgm:prSet>
      <dgm:spPr/>
    </dgm:pt>
    <dgm:pt modelId="{98116525-A473-4E26-A9B9-69718644DEE4}" type="pres">
      <dgm:prSet presAssocID="{78DF9D96-C0D9-4C2B-BA9C-841F1B9BE644}" presName="sibTrans" presStyleCnt="0"/>
      <dgm:spPr/>
    </dgm:pt>
    <dgm:pt modelId="{42ABC0B0-A94A-4A94-A71A-7DEB6BC4439A}" type="pres">
      <dgm:prSet presAssocID="{F92E3CC2-45D3-4959-992E-9A3B45DE42E7}" presName="compNode" presStyleCnt="0"/>
      <dgm:spPr/>
    </dgm:pt>
    <dgm:pt modelId="{695B5271-E07C-462D-BAC5-BD3D845E80E0}" type="pres">
      <dgm:prSet presAssocID="{F92E3CC2-45D3-4959-992E-9A3B45DE42E7}" presName="iconBgRect" presStyleLbl="bgShp" presStyleIdx="2" presStyleCnt="3"/>
      <dgm:spPr/>
    </dgm:pt>
    <dgm:pt modelId="{2D0E81C0-F994-4394-94A8-37CE8935D637}" type="pres">
      <dgm:prSet presAssocID="{F92E3CC2-45D3-4959-992E-9A3B45DE42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E585285A-1F50-4AFE-BEBE-C78F3AD9B5F0}" type="pres">
      <dgm:prSet presAssocID="{F92E3CC2-45D3-4959-992E-9A3B45DE42E7}" presName="spaceRect" presStyleCnt="0"/>
      <dgm:spPr/>
    </dgm:pt>
    <dgm:pt modelId="{8C8270F7-951A-489A-95B0-87F379B38745}" type="pres">
      <dgm:prSet presAssocID="{F92E3CC2-45D3-4959-992E-9A3B45DE42E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65F3F4A-E002-494F-8B82-97D6FBF9459C}" srcId="{5DDF8FFF-2F06-48FF-8229-BDFB4DD7DE1E}" destId="{9D5A46CF-B487-43A9-B6ED-D58FFA738CE5}" srcOrd="1" destOrd="0" parTransId="{F9C69E3B-12D2-4627-B866-B80B124B86F4}" sibTransId="{78DF9D96-C0D9-4C2B-BA9C-841F1B9BE644}"/>
    <dgm:cxn modelId="{FD77E6A4-4F76-473D-B64D-3FFE46C7FD42}" srcId="{5DDF8FFF-2F06-48FF-8229-BDFB4DD7DE1E}" destId="{F92E3CC2-45D3-4959-992E-9A3B45DE42E7}" srcOrd="2" destOrd="0" parTransId="{4D956A85-3F83-4912-A498-B509C4AA310E}" sibTransId="{4EE9210B-7FBA-4AE6-A151-00B1EFE89AA9}"/>
    <dgm:cxn modelId="{11FAA4A8-59B1-4F68-A5EF-C518E5E1BA91}" srcId="{5DDF8FFF-2F06-48FF-8229-BDFB4DD7DE1E}" destId="{2FE4F770-E26A-40C6-B0C6-E759A72D4F25}" srcOrd="0" destOrd="0" parTransId="{572F3B19-5115-4DD6-B741-D51322DF899A}" sibTransId="{BEA17126-188B-4745-A627-1357BB3BC0B9}"/>
    <dgm:cxn modelId="{356907B4-9E50-48E8-A49E-3E27DADACE03}" type="presOf" srcId="{2FE4F770-E26A-40C6-B0C6-E759A72D4F25}" destId="{DA0A105D-C575-4BA4-ADE4-A37AB8D2C495}" srcOrd="0" destOrd="0" presId="urn:microsoft.com/office/officeart/2018/5/layout/IconCircleLabelList"/>
    <dgm:cxn modelId="{80A4CFBB-CDC3-427B-8176-2385E841C8AD}" type="presOf" srcId="{F92E3CC2-45D3-4959-992E-9A3B45DE42E7}" destId="{8C8270F7-951A-489A-95B0-87F379B38745}" srcOrd="0" destOrd="0" presId="urn:microsoft.com/office/officeart/2018/5/layout/IconCircleLabelList"/>
    <dgm:cxn modelId="{DFE477BE-22A7-452A-A8F5-68142E39C38D}" type="presOf" srcId="{5DDF8FFF-2F06-48FF-8229-BDFB4DD7DE1E}" destId="{2A52B3F6-64FE-420F-95CA-604BC856E93C}" srcOrd="0" destOrd="0" presId="urn:microsoft.com/office/officeart/2018/5/layout/IconCircleLabelList"/>
    <dgm:cxn modelId="{F4A80AC1-9A83-4D0F-941A-B3A65FEF0245}" type="presOf" srcId="{9D5A46CF-B487-43A9-B6ED-D58FFA738CE5}" destId="{05F8E41A-DA58-46CB-9C2F-FB9526FE78A6}" srcOrd="0" destOrd="0" presId="urn:microsoft.com/office/officeart/2018/5/layout/IconCircleLabelList"/>
    <dgm:cxn modelId="{5B8F6488-5342-4E35-B6A4-58E695C65CC0}" type="presParOf" srcId="{2A52B3F6-64FE-420F-95CA-604BC856E93C}" destId="{8C17845D-C993-441C-8A57-5EF3B713A646}" srcOrd="0" destOrd="0" presId="urn:microsoft.com/office/officeart/2018/5/layout/IconCircleLabelList"/>
    <dgm:cxn modelId="{18D0F945-138C-45F7-83CB-73FBE0F92072}" type="presParOf" srcId="{8C17845D-C993-441C-8A57-5EF3B713A646}" destId="{D37D8AED-A118-4860-BAB2-33EE82F914F5}" srcOrd="0" destOrd="0" presId="urn:microsoft.com/office/officeart/2018/5/layout/IconCircleLabelList"/>
    <dgm:cxn modelId="{D2090D41-9535-489F-AC4B-27BE876E0279}" type="presParOf" srcId="{8C17845D-C993-441C-8A57-5EF3B713A646}" destId="{E71FFBD5-ABDB-4DAE-AC3A-02F6D8A12856}" srcOrd="1" destOrd="0" presId="urn:microsoft.com/office/officeart/2018/5/layout/IconCircleLabelList"/>
    <dgm:cxn modelId="{50F71654-A915-4AB9-B56F-6EB73752CF27}" type="presParOf" srcId="{8C17845D-C993-441C-8A57-5EF3B713A646}" destId="{BD38974F-D9BA-42B6-A690-AEC539F24DEE}" srcOrd="2" destOrd="0" presId="urn:microsoft.com/office/officeart/2018/5/layout/IconCircleLabelList"/>
    <dgm:cxn modelId="{7F4C1C1A-8698-46DE-98D3-430B15F4E371}" type="presParOf" srcId="{8C17845D-C993-441C-8A57-5EF3B713A646}" destId="{DA0A105D-C575-4BA4-ADE4-A37AB8D2C495}" srcOrd="3" destOrd="0" presId="urn:microsoft.com/office/officeart/2018/5/layout/IconCircleLabelList"/>
    <dgm:cxn modelId="{814B21FB-4CA0-4637-8FB1-48E19A1E7EC3}" type="presParOf" srcId="{2A52B3F6-64FE-420F-95CA-604BC856E93C}" destId="{6A14D99D-DD64-4EED-9D09-5BE6192A21BE}" srcOrd="1" destOrd="0" presId="urn:microsoft.com/office/officeart/2018/5/layout/IconCircleLabelList"/>
    <dgm:cxn modelId="{B43D1CA8-171A-47FF-B23F-64F439560E21}" type="presParOf" srcId="{2A52B3F6-64FE-420F-95CA-604BC856E93C}" destId="{AD7CC499-F20B-4E52-A3D7-97A09A44CCD4}" srcOrd="2" destOrd="0" presId="urn:microsoft.com/office/officeart/2018/5/layout/IconCircleLabelList"/>
    <dgm:cxn modelId="{4BFB868E-2FEB-4ED9-8CEE-162D703E7F59}" type="presParOf" srcId="{AD7CC499-F20B-4E52-A3D7-97A09A44CCD4}" destId="{D790F1D6-FF2C-4398-8761-49BA88498712}" srcOrd="0" destOrd="0" presId="urn:microsoft.com/office/officeart/2018/5/layout/IconCircleLabelList"/>
    <dgm:cxn modelId="{19B275A2-603C-4A11-9F00-6ED505276A59}" type="presParOf" srcId="{AD7CC499-F20B-4E52-A3D7-97A09A44CCD4}" destId="{DCCD6DE2-D486-4149-AFBB-3E920358DA30}" srcOrd="1" destOrd="0" presId="urn:microsoft.com/office/officeart/2018/5/layout/IconCircleLabelList"/>
    <dgm:cxn modelId="{F3513515-6232-421E-A629-F454AE48118A}" type="presParOf" srcId="{AD7CC499-F20B-4E52-A3D7-97A09A44CCD4}" destId="{A0C6026E-1749-4198-BF4F-A1C31C5A8447}" srcOrd="2" destOrd="0" presId="urn:microsoft.com/office/officeart/2018/5/layout/IconCircleLabelList"/>
    <dgm:cxn modelId="{C927A3F1-E9DE-4CAE-910A-C2CD05640BC2}" type="presParOf" srcId="{AD7CC499-F20B-4E52-A3D7-97A09A44CCD4}" destId="{05F8E41A-DA58-46CB-9C2F-FB9526FE78A6}" srcOrd="3" destOrd="0" presId="urn:microsoft.com/office/officeart/2018/5/layout/IconCircleLabelList"/>
    <dgm:cxn modelId="{0DE91C47-6594-46A4-9EA3-C9601CCE3F05}" type="presParOf" srcId="{2A52B3F6-64FE-420F-95CA-604BC856E93C}" destId="{98116525-A473-4E26-A9B9-69718644DEE4}" srcOrd="3" destOrd="0" presId="urn:microsoft.com/office/officeart/2018/5/layout/IconCircleLabelList"/>
    <dgm:cxn modelId="{F9C2BBD2-79FB-4F28-A703-1D3E8F8734C9}" type="presParOf" srcId="{2A52B3F6-64FE-420F-95CA-604BC856E93C}" destId="{42ABC0B0-A94A-4A94-A71A-7DEB6BC4439A}" srcOrd="4" destOrd="0" presId="urn:microsoft.com/office/officeart/2018/5/layout/IconCircleLabelList"/>
    <dgm:cxn modelId="{299AE82E-EC60-483E-A0B7-C9B22BCDA232}" type="presParOf" srcId="{42ABC0B0-A94A-4A94-A71A-7DEB6BC4439A}" destId="{695B5271-E07C-462D-BAC5-BD3D845E80E0}" srcOrd="0" destOrd="0" presId="urn:microsoft.com/office/officeart/2018/5/layout/IconCircleLabelList"/>
    <dgm:cxn modelId="{FE0A0FD6-BEDF-435D-8832-F1E80FCCE90E}" type="presParOf" srcId="{42ABC0B0-A94A-4A94-A71A-7DEB6BC4439A}" destId="{2D0E81C0-F994-4394-94A8-37CE8935D637}" srcOrd="1" destOrd="0" presId="urn:microsoft.com/office/officeart/2018/5/layout/IconCircleLabelList"/>
    <dgm:cxn modelId="{FD664C6F-F114-472B-A9C6-6E776ACFC5AE}" type="presParOf" srcId="{42ABC0B0-A94A-4A94-A71A-7DEB6BC4439A}" destId="{E585285A-1F50-4AFE-BEBE-C78F3AD9B5F0}" srcOrd="2" destOrd="0" presId="urn:microsoft.com/office/officeart/2018/5/layout/IconCircleLabelList"/>
    <dgm:cxn modelId="{30B82218-9347-4C03-A8BB-A2C47487D8D5}" type="presParOf" srcId="{42ABC0B0-A94A-4A94-A71A-7DEB6BC4439A}" destId="{8C8270F7-951A-489A-95B0-87F379B3874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5A53AD1-F6B7-4FDE-A220-CB7524D09C31}" type="doc">
      <dgm:prSet loTypeId="urn:microsoft.com/office/officeart/2005/8/layout/hierarchy1" loCatId="hierarchy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CE55BF9-1744-436F-B05E-5E6C09CC999D}">
      <dgm:prSet/>
      <dgm:spPr/>
      <dgm:t>
        <a:bodyPr/>
        <a:lstStyle/>
        <a:p>
          <a:r>
            <a:rPr lang="it-IT"/>
            <a:t>Niente RIVINCITA </a:t>
          </a:r>
          <a:endParaRPr lang="en-US"/>
        </a:p>
      </dgm:t>
    </dgm:pt>
    <dgm:pt modelId="{88E8E1AB-E3A5-45E5-807C-5FC66A450EA0}" type="parTrans" cxnId="{96B9ED92-50C8-447D-A0D3-A54AF68BB73B}">
      <dgm:prSet/>
      <dgm:spPr/>
      <dgm:t>
        <a:bodyPr/>
        <a:lstStyle/>
        <a:p>
          <a:endParaRPr lang="en-US"/>
        </a:p>
      </dgm:t>
    </dgm:pt>
    <dgm:pt modelId="{4B62CA2B-36FF-433C-A0B4-49CF61798207}" type="sibTrans" cxnId="{96B9ED92-50C8-447D-A0D3-A54AF68BB73B}">
      <dgm:prSet/>
      <dgm:spPr/>
      <dgm:t>
        <a:bodyPr/>
        <a:lstStyle/>
        <a:p>
          <a:endParaRPr lang="en-US"/>
        </a:p>
      </dgm:t>
    </dgm:pt>
    <dgm:pt modelId="{CB99F6C0-328E-4FF6-8320-6337D9769992}">
      <dgm:prSet/>
      <dgm:spPr/>
      <dgm:t>
        <a:bodyPr/>
        <a:lstStyle/>
        <a:p>
          <a:r>
            <a:rPr lang="it-IT"/>
            <a:t>Niente modalità alternative</a:t>
          </a:r>
          <a:endParaRPr lang="en-US"/>
        </a:p>
      </dgm:t>
    </dgm:pt>
    <dgm:pt modelId="{22A38D82-2A7E-4941-BB34-7EA4EA5E1AF6}" type="parTrans" cxnId="{BBE1664C-9CC4-4EDB-9327-A1EB6A560EEF}">
      <dgm:prSet/>
      <dgm:spPr/>
      <dgm:t>
        <a:bodyPr/>
        <a:lstStyle/>
        <a:p>
          <a:endParaRPr lang="en-US"/>
        </a:p>
      </dgm:t>
    </dgm:pt>
    <dgm:pt modelId="{1BDAA5C5-8541-45CE-A020-9C6C69EA1DF4}" type="sibTrans" cxnId="{BBE1664C-9CC4-4EDB-9327-A1EB6A560EEF}">
      <dgm:prSet/>
      <dgm:spPr/>
      <dgm:t>
        <a:bodyPr/>
        <a:lstStyle/>
        <a:p>
          <a:endParaRPr lang="en-US"/>
        </a:p>
      </dgm:t>
    </dgm:pt>
    <dgm:pt modelId="{F5981AB7-28F5-4184-B4F4-82DB604298A9}">
      <dgm:prSet/>
      <dgm:spPr/>
      <dgm:t>
        <a:bodyPr/>
        <a:lstStyle/>
        <a:p>
          <a:r>
            <a:rPr lang="it-IT"/>
            <a:t>Niente modalità tutorial</a:t>
          </a:r>
          <a:endParaRPr lang="en-US"/>
        </a:p>
      </dgm:t>
    </dgm:pt>
    <dgm:pt modelId="{79744E39-C32E-4D65-99BD-1286F7E18E18}" type="parTrans" cxnId="{BEA245DD-DDFB-49B6-85F9-D2BA33D19CAD}">
      <dgm:prSet/>
      <dgm:spPr/>
      <dgm:t>
        <a:bodyPr/>
        <a:lstStyle/>
        <a:p>
          <a:endParaRPr lang="en-US"/>
        </a:p>
      </dgm:t>
    </dgm:pt>
    <dgm:pt modelId="{6264B721-B9F6-415A-AD7B-78A1DF4CBC5D}" type="sibTrans" cxnId="{BEA245DD-DDFB-49B6-85F9-D2BA33D19CAD}">
      <dgm:prSet/>
      <dgm:spPr/>
      <dgm:t>
        <a:bodyPr/>
        <a:lstStyle/>
        <a:p>
          <a:endParaRPr lang="en-US"/>
        </a:p>
      </dgm:t>
    </dgm:pt>
    <dgm:pt modelId="{68B97B77-F0E0-456C-97BC-4E0D4BABB6F2}">
      <dgm:prSet/>
      <dgm:spPr/>
      <dgm:t>
        <a:bodyPr/>
        <a:lstStyle/>
        <a:p>
          <a:r>
            <a:rPr lang="it-IT"/>
            <a:t>Niente gestione ottimizzata del salvataggio automatico</a:t>
          </a:r>
          <a:endParaRPr lang="en-US"/>
        </a:p>
      </dgm:t>
    </dgm:pt>
    <dgm:pt modelId="{B9EBFE0F-1370-4119-9424-87128022ABB2}" type="parTrans" cxnId="{482879B5-A9EF-46A0-BB7B-08E9169B508C}">
      <dgm:prSet/>
      <dgm:spPr/>
      <dgm:t>
        <a:bodyPr/>
        <a:lstStyle/>
        <a:p>
          <a:endParaRPr lang="en-US"/>
        </a:p>
      </dgm:t>
    </dgm:pt>
    <dgm:pt modelId="{14899446-8E77-499E-8FD7-626DB1C2D80D}" type="sibTrans" cxnId="{482879B5-A9EF-46A0-BB7B-08E9169B508C}">
      <dgm:prSet/>
      <dgm:spPr/>
      <dgm:t>
        <a:bodyPr/>
        <a:lstStyle/>
        <a:p>
          <a:endParaRPr lang="en-US"/>
        </a:p>
      </dgm:t>
    </dgm:pt>
    <dgm:pt modelId="{57FA3CFE-D261-4C21-896F-699120F72049}" type="pres">
      <dgm:prSet presAssocID="{35A53AD1-F6B7-4FDE-A220-CB7524D09C3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41327DA-082D-4F20-8F87-D45974BEDFE9}" type="pres">
      <dgm:prSet presAssocID="{FCE55BF9-1744-436F-B05E-5E6C09CC999D}" presName="hierRoot1" presStyleCnt="0"/>
      <dgm:spPr/>
    </dgm:pt>
    <dgm:pt modelId="{C525E0A5-5EF8-4A4D-B3CF-371789796D9A}" type="pres">
      <dgm:prSet presAssocID="{FCE55BF9-1744-436F-B05E-5E6C09CC999D}" presName="composite" presStyleCnt="0"/>
      <dgm:spPr/>
    </dgm:pt>
    <dgm:pt modelId="{AAE23BA0-4940-401D-9A95-3CE07B4FBCB3}" type="pres">
      <dgm:prSet presAssocID="{FCE55BF9-1744-436F-B05E-5E6C09CC999D}" presName="background" presStyleLbl="node0" presStyleIdx="0" presStyleCnt="4"/>
      <dgm:spPr/>
    </dgm:pt>
    <dgm:pt modelId="{B6995DC9-2196-4686-AEE4-C1A0D8923C27}" type="pres">
      <dgm:prSet presAssocID="{FCE55BF9-1744-436F-B05E-5E6C09CC999D}" presName="text" presStyleLbl="fgAcc0" presStyleIdx="0" presStyleCnt="4">
        <dgm:presLayoutVars>
          <dgm:chPref val="3"/>
        </dgm:presLayoutVars>
      </dgm:prSet>
      <dgm:spPr/>
    </dgm:pt>
    <dgm:pt modelId="{05807318-FD51-4248-8137-9BEE3D5CD6E1}" type="pres">
      <dgm:prSet presAssocID="{FCE55BF9-1744-436F-B05E-5E6C09CC999D}" presName="hierChild2" presStyleCnt="0"/>
      <dgm:spPr/>
    </dgm:pt>
    <dgm:pt modelId="{F6C5CF2C-1A58-4D5F-8D3B-ABC0DF6C6800}" type="pres">
      <dgm:prSet presAssocID="{CB99F6C0-328E-4FF6-8320-6337D9769992}" presName="hierRoot1" presStyleCnt="0"/>
      <dgm:spPr/>
    </dgm:pt>
    <dgm:pt modelId="{AA450352-7B0F-47D5-8B4A-6D1C0C355998}" type="pres">
      <dgm:prSet presAssocID="{CB99F6C0-328E-4FF6-8320-6337D9769992}" presName="composite" presStyleCnt="0"/>
      <dgm:spPr/>
    </dgm:pt>
    <dgm:pt modelId="{588B668A-663E-4155-A5AC-84131448A87F}" type="pres">
      <dgm:prSet presAssocID="{CB99F6C0-328E-4FF6-8320-6337D9769992}" presName="background" presStyleLbl="node0" presStyleIdx="1" presStyleCnt="4"/>
      <dgm:spPr/>
    </dgm:pt>
    <dgm:pt modelId="{53CD6B84-C597-400D-BEE9-D7B54BF58DBB}" type="pres">
      <dgm:prSet presAssocID="{CB99F6C0-328E-4FF6-8320-6337D9769992}" presName="text" presStyleLbl="fgAcc0" presStyleIdx="1" presStyleCnt="4">
        <dgm:presLayoutVars>
          <dgm:chPref val="3"/>
        </dgm:presLayoutVars>
      </dgm:prSet>
      <dgm:spPr/>
    </dgm:pt>
    <dgm:pt modelId="{CD56D9B9-B0CD-412B-BDD5-E84BBB6C8E61}" type="pres">
      <dgm:prSet presAssocID="{CB99F6C0-328E-4FF6-8320-6337D9769992}" presName="hierChild2" presStyleCnt="0"/>
      <dgm:spPr/>
    </dgm:pt>
    <dgm:pt modelId="{D455C958-38B7-4F67-9CB1-12A06072B028}" type="pres">
      <dgm:prSet presAssocID="{F5981AB7-28F5-4184-B4F4-82DB604298A9}" presName="hierRoot1" presStyleCnt="0"/>
      <dgm:spPr/>
    </dgm:pt>
    <dgm:pt modelId="{CB8BD1CA-1FD7-493E-A3A4-E7AFB79A421A}" type="pres">
      <dgm:prSet presAssocID="{F5981AB7-28F5-4184-B4F4-82DB604298A9}" presName="composite" presStyleCnt="0"/>
      <dgm:spPr/>
    </dgm:pt>
    <dgm:pt modelId="{A48DF69A-51FA-47F7-A4E5-EF1C762CD050}" type="pres">
      <dgm:prSet presAssocID="{F5981AB7-28F5-4184-B4F4-82DB604298A9}" presName="background" presStyleLbl="node0" presStyleIdx="2" presStyleCnt="4"/>
      <dgm:spPr/>
    </dgm:pt>
    <dgm:pt modelId="{C5FE275F-CBB1-4D68-BE85-6A3D8A0326F4}" type="pres">
      <dgm:prSet presAssocID="{F5981AB7-28F5-4184-B4F4-82DB604298A9}" presName="text" presStyleLbl="fgAcc0" presStyleIdx="2" presStyleCnt="4">
        <dgm:presLayoutVars>
          <dgm:chPref val="3"/>
        </dgm:presLayoutVars>
      </dgm:prSet>
      <dgm:spPr/>
    </dgm:pt>
    <dgm:pt modelId="{8D102B7A-B84C-4AC4-8467-8FB0F6D99B2C}" type="pres">
      <dgm:prSet presAssocID="{F5981AB7-28F5-4184-B4F4-82DB604298A9}" presName="hierChild2" presStyleCnt="0"/>
      <dgm:spPr/>
    </dgm:pt>
    <dgm:pt modelId="{CE20479A-F267-4864-A6BC-57C4FB88C242}" type="pres">
      <dgm:prSet presAssocID="{68B97B77-F0E0-456C-97BC-4E0D4BABB6F2}" presName="hierRoot1" presStyleCnt="0"/>
      <dgm:spPr/>
    </dgm:pt>
    <dgm:pt modelId="{69F09D5C-0085-4F51-B219-4D0109E8DDE8}" type="pres">
      <dgm:prSet presAssocID="{68B97B77-F0E0-456C-97BC-4E0D4BABB6F2}" presName="composite" presStyleCnt="0"/>
      <dgm:spPr/>
    </dgm:pt>
    <dgm:pt modelId="{AB10C610-A141-4658-A949-793B22008164}" type="pres">
      <dgm:prSet presAssocID="{68B97B77-F0E0-456C-97BC-4E0D4BABB6F2}" presName="background" presStyleLbl="node0" presStyleIdx="3" presStyleCnt="4"/>
      <dgm:spPr/>
    </dgm:pt>
    <dgm:pt modelId="{3A3286B0-BCF2-4259-BAC9-7798834D3836}" type="pres">
      <dgm:prSet presAssocID="{68B97B77-F0E0-456C-97BC-4E0D4BABB6F2}" presName="text" presStyleLbl="fgAcc0" presStyleIdx="3" presStyleCnt="4">
        <dgm:presLayoutVars>
          <dgm:chPref val="3"/>
        </dgm:presLayoutVars>
      </dgm:prSet>
      <dgm:spPr/>
    </dgm:pt>
    <dgm:pt modelId="{43F51940-2106-4D86-BA62-3097B08D6024}" type="pres">
      <dgm:prSet presAssocID="{68B97B77-F0E0-456C-97BC-4E0D4BABB6F2}" presName="hierChild2" presStyleCnt="0"/>
      <dgm:spPr/>
    </dgm:pt>
  </dgm:ptLst>
  <dgm:cxnLst>
    <dgm:cxn modelId="{BBE1664C-9CC4-4EDB-9327-A1EB6A560EEF}" srcId="{35A53AD1-F6B7-4FDE-A220-CB7524D09C31}" destId="{CB99F6C0-328E-4FF6-8320-6337D9769992}" srcOrd="1" destOrd="0" parTransId="{22A38D82-2A7E-4941-BB34-7EA4EA5E1AF6}" sibTransId="{1BDAA5C5-8541-45CE-A020-9C6C69EA1DF4}"/>
    <dgm:cxn modelId="{B842FF52-F370-41ED-841E-3C9DF0B3BF9B}" type="presOf" srcId="{CB99F6C0-328E-4FF6-8320-6337D9769992}" destId="{53CD6B84-C597-400D-BEE9-D7B54BF58DBB}" srcOrd="0" destOrd="0" presId="urn:microsoft.com/office/officeart/2005/8/layout/hierarchy1"/>
    <dgm:cxn modelId="{96B9ED92-50C8-447D-A0D3-A54AF68BB73B}" srcId="{35A53AD1-F6B7-4FDE-A220-CB7524D09C31}" destId="{FCE55BF9-1744-436F-B05E-5E6C09CC999D}" srcOrd="0" destOrd="0" parTransId="{88E8E1AB-E3A5-45E5-807C-5FC66A450EA0}" sibTransId="{4B62CA2B-36FF-433C-A0B4-49CF61798207}"/>
    <dgm:cxn modelId="{485CC8AF-13E7-49A5-96FF-ABFAB4A2A048}" type="presOf" srcId="{68B97B77-F0E0-456C-97BC-4E0D4BABB6F2}" destId="{3A3286B0-BCF2-4259-BAC9-7798834D3836}" srcOrd="0" destOrd="0" presId="urn:microsoft.com/office/officeart/2005/8/layout/hierarchy1"/>
    <dgm:cxn modelId="{482879B5-A9EF-46A0-BB7B-08E9169B508C}" srcId="{35A53AD1-F6B7-4FDE-A220-CB7524D09C31}" destId="{68B97B77-F0E0-456C-97BC-4E0D4BABB6F2}" srcOrd="3" destOrd="0" parTransId="{B9EBFE0F-1370-4119-9424-87128022ABB2}" sibTransId="{14899446-8E77-499E-8FD7-626DB1C2D80D}"/>
    <dgm:cxn modelId="{A9F63CD3-0938-4EBE-B72A-367C6BD8959F}" type="presOf" srcId="{FCE55BF9-1744-436F-B05E-5E6C09CC999D}" destId="{B6995DC9-2196-4686-AEE4-C1A0D8923C27}" srcOrd="0" destOrd="0" presId="urn:microsoft.com/office/officeart/2005/8/layout/hierarchy1"/>
    <dgm:cxn modelId="{BEA245DD-DDFB-49B6-85F9-D2BA33D19CAD}" srcId="{35A53AD1-F6B7-4FDE-A220-CB7524D09C31}" destId="{F5981AB7-28F5-4184-B4F4-82DB604298A9}" srcOrd="2" destOrd="0" parTransId="{79744E39-C32E-4D65-99BD-1286F7E18E18}" sibTransId="{6264B721-B9F6-415A-AD7B-78A1DF4CBC5D}"/>
    <dgm:cxn modelId="{9E4B45E5-1D64-462F-B113-AB0EA8E3806F}" type="presOf" srcId="{35A53AD1-F6B7-4FDE-A220-CB7524D09C31}" destId="{57FA3CFE-D261-4C21-896F-699120F72049}" srcOrd="0" destOrd="0" presId="urn:microsoft.com/office/officeart/2005/8/layout/hierarchy1"/>
    <dgm:cxn modelId="{534A1FF6-10B2-40F3-BB00-A991B4E72961}" type="presOf" srcId="{F5981AB7-28F5-4184-B4F4-82DB604298A9}" destId="{C5FE275F-CBB1-4D68-BE85-6A3D8A0326F4}" srcOrd="0" destOrd="0" presId="urn:microsoft.com/office/officeart/2005/8/layout/hierarchy1"/>
    <dgm:cxn modelId="{B8129067-6434-495A-8260-C0044991CC88}" type="presParOf" srcId="{57FA3CFE-D261-4C21-896F-699120F72049}" destId="{941327DA-082D-4F20-8F87-D45974BEDFE9}" srcOrd="0" destOrd="0" presId="urn:microsoft.com/office/officeart/2005/8/layout/hierarchy1"/>
    <dgm:cxn modelId="{942CDBAC-85AE-4779-8D5E-F2011A3FB1A7}" type="presParOf" srcId="{941327DA-082D-4F20-8F87-D45974BEDFE9}" destId="{C525E0A5-5EF8-4A4D-B3CF-371789796D9A}" srcOrd="0" destOrd="0" presId="urn:microsoft.com/office/officeart/2005/8/layout/hierarchy1"/>
    <dgm:cxn modelId="{D7F9345B-5D61-491A-AD9D-1D99C9BE4A8F}" type="presParOf" srcId="{C525E0A5-5EF8-4A4D-B3CF-371789796D9A}" destId="{AAE23BA0-4940-401D-9A95-3CE07B4FBCB3}" srcOrd="0" destOrd="0" presId="urn:microsoft.com/office/officeart/2005/8/layout/hierarchy1"/>
    <dgm:cxn modelId="{72FD285C-705E-4361-8D16-A3CF8D467887}" type="presParOf" srcId="{C525E0A5-5EF8-4A4D-B3CF-371789796D9A}" destId="{B6995DC9-2196-4686-AEE4-C1A0D8923C27}" srcOrd="1" destOrd="0" presId="urn:microsoft.com/office/officeart/2005/8/layout/hierarchy1"/>
    <dgm:cxn modelId="{7B932E03-1809-438C-BE89-8F570A79DDC8}" type="presParOf" srcId="{941327DA-082D-4F20-8F87-D45974BEDFE9}" destId="{05807318-FD51-4248-8137-9BEE3D5CD6E1}" srcOrd="1" destOrd="0" presId="urn:microsoft.com/office/officeart/2005/8/layout/hierarchy1"/>
    <dgm:cxn modelId="{02D5D7BB-DF9A-476D-86CF-35BB07EF2FA0}" type="presParOf" srcId="{57FA3CFE-D261-4C21-896F-699120F72049}" destId="{F6C5CF2C-1A58-4D5F-8D3B-ABC0DF6C6800}" srcOrd="1" destOrd="0" presId="urn:microsoft.com/office/officeart/2005/8/layout/hierarchy1"/>
    <dgm:cxn modelId="{3FCA7F45-A520-414A-B74C-D1B7E6D70450}" type="presParOf" srcId="{F6C5CF2C-1A58-4D5F-8D3B-ABC0DF6C6800}" destId="{AA450352-7B0F-47D5-8B4A-6D1C0C355998}" srcOrd="0" destOrd="0" presId="urn:microsoft.com/office/officeart/2005/8/layout/hierarchy1"/>
    <dgm:cxn modelId="{CB50326E-40C4-4962-91C1-052D254F45B8}" type="presParOf" srcId="{AA450352-7B0F-47D5-8B4A-6D1C0C355998}" destId="{588B668A-663E-4155-A5AC-84131448A87F}" srcOrd="0" destOrd="0" presId="urn:microsoft.com/office/officeart/2005/8/layout/hierarchy1"/>
    <dgm:cxn modelId="{2002B2BF-FCC9-4FD1-BC87-F70BA3A8B539}" type="presParOf" srcId="{AA450352-7B0F-47D5-8B4A-6D1C0C355998}" destId="{53CD6B84-C597-400D-BEE9-D7B54BF58DBB}" srcOrd="1" destOrd="0" presId="urn:microsoft.com/office/officeart/2005/8/layout/hierarchy1"/>
    <dgm:cxn modelId="{A5207D2A-D265-42E6-9D98-4EF9A0A45B65}" type="presParOf" srcId="{F6C5CF2C-1A58-4D5F-8D3B-ABC0DF6C6800}" destId="{CD56D9B9-B0CD-412B-BDD5-E84BBB6C8E61}" srcOrd="1" destOrd="0" presId="urn:microsoft.com/office/officeart/2005/8/layout/hierarchy1"/>
    <dgm:cxn modelId="{62CD703E-29CA-4B5D-B505-9295F5C6E5DF}" type="presParOf" srcId="{57FA3CFE-D261-4C21-896F-699120F72049}" destId="{D455C958-38B7-4F67-9CB1-12A06072B028}" srcOrd="2" destOrd="0" presId="urn:microsoft.com/office/officeart/2005/8/layout/hierarchy1"/>
    <dgm:cxn modelId="{87AD98F4-B933-4427-A1A0-D2E60C1D70D1}" type="presParOf" srcId="{D455C958-38B7-4F67-9CB1-12A06072B028}" destId="{CB8BD1CA-1FD7-493E-A3A4-E7AFB79A421A}" srcOrd="0" destOrd="0" presId="urn:microsoft.com/office/officeart/2005/8/layout/hierarchy1"/>
    <dgm:cxn modelId="{DFDBD77E-9B04-4CC3-ABE1-2E0D7AAA175F}" type="presParOf" srcId="{CB8BD1CA-1FD7-493E-A3A4-E7AFB79A421A}" destId="{A48DF69A-51FA-47F7-A4E5-EF1C762CD050}" srcOrd="0" destOrd="0" presId="urn:microsoft.com/office/officeart/2005/8/layout/hierarchy1"/>
    <dgm:cxn modelId="{B29BCA3E-8A25-44D2-A4B0-46AF2ADEF671}" type="presParOf" srcId="{CB8BD1CA-1FD7-493E-A3A4-E7AFB79A421A}" destId="{C5FE275F-CBB1-4D68-BE85-6A3D8A0326F4}" srcOrd="1" destOrd="0" presId="urn:microsoft.com/office/officeart/2005/8/layout/hierarchy1"/>
    <dgm:cxn modelId="{E4B1C85E-71D5-40A9-9CFD-AF0B5E7DDA1E}" type="presParOf" srcId="{D455C958-38B7-4F67-9CB1-12A06072B028}" destId="{8D102B7A-B84C-4AC4-8467-8FB0F6D99B2C}" srcOrd="1" destOrd="0" presId="urn:microsoft.com/office/officeart/2005/8/layout/hierarchy1"/>
    <dgm:cxn modelId="{12BB7ECA-DFB5-41DE-8918-73C2695CED31}" type="presParOf" srcId="{57FA3CFE-D261-4C21-896F-699120F72049}" destId="{CE20479A-F267-4864-A6BC-57C4FB88C242}" srcOrd="3" destOrd="0" presId="urn:microsoft.com/office/officeart/2005/8/layout/hierarchy1"/>
    <dgm:cxn modelId="{EB7AD8C6-FAF3-4EF4-B880-BEB4A55E9351}" type="presParOf" srcId="{CE20479A-F267-4864-A6BC-57C4FB88C242}" destId="{69F09D5C-0085-4F51-B219-4D0109E8DDE8}" srcOrd="0" destOrd="0" presId="urn:microsoft.com/office/officeart/2005/8/layout/hierarchy1"/>
    <dgm:cxn modelId="{19A5CE74-6CF9-4416-883D-A6E489FA1C72}" type="presParOf" srcId="{69F09D5C-0085-4F51-B219-4D0109E8DDE8}" destId="{AB10C610-A141-4658-A949-793B22008164}" srcOrd="0" destOrd="0" presId="urn:microsoft.com/office/officeart/2005/8/layout/hierarchy1"/>
    <dgm:cxn modelId="{189702F5-CCCB-43AA-9846-20AFC54F6E4D}" type="presParOf" srcId="{69F09D5C-0085-4F51-B219-4D0109E8DDE8}" destId="{3A3286B0-BCF2-4259-BAC9-7798834D3836}" srcOrd="1" destOrd="0" presId="urn:microsoft.com/office/officeart/2005/8/layout/hierarchy1"/>
    <dgm:cxn modelId="{246E9CAD-8F97-461B-B549-67964BC01641}" type="presParOf" srcId="{CE20479A-F267-4864-A6BC-57C4FB88C242}" destId="{43F51940-2106-4D86-BA62-3097B08D602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8A3BEDF-9B7A-40A7-8122-00644CF96431}" type="doc">
      <dgm:prSet loTypeId="urn:microsoft.com/office/officeart/2005/8/layout/chevron1" loCatId="process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CEA0429-2C91-416B-9A47-27A78892F63A}">
      <dgm:prSet/>
      <dgm:spPr/>
      <dgm:t>
        <a:bodyPr/>
        <a:lstStyle/>
        <a:p>
          <a:r>
            <a:rPr lang="it-IT"/>
            <a:t>ALL’INIZIO: Junit solo con il modello offline</a:t>
          </a:r>
          <a:endParaRPr lang="en-US"/>
        </a:p>
      </dgm:t>
    </dgm:pt>
    <dgm:pt modelId="{529CEA92-FB83-4DE9-8FE6-3670AC0A7A77}" type="parTrans" cxnId="{668F7D4E-F47E-4B58-A6F0-E8805138D995}">
      <dgm:prSet/>
      <dgm:spPr/>
      <dgm:t>
        <a:bodyPr/>
        <a:lstStyle/>
        <a:p>
          <a:endParaRPr lang="en-US"/>
        </a:p>
      </dgm:t>
    </dgm:pt>
    <dgm:pt modelId="{B5E29D12-6490-4DBB-87FD-DA41DB496C67}" type="sibTrans" cxnId="{668F7D4E-F47E-4B58-A6F0-E8805138D995}">
      <dgm:prSet/>
      <dgm:spPr/>
      <dgm:t>
        <a:bodyPr/>
        <a:lstStyle/>
        <a:p>
          <a:endParaRPr lang="en-US"/>
        </a:p>
      </dgm:t>
    </dgm:pt>
    <dgm:pt modelId="{7B7C951C-A96F-4A78-BD89-0D0DEE3D026C}">
      <dgm:prSet/>
      <dgm:spPr/>
      <dgm:t>
        <a:bodyPr/>
        <a:lstStyle/>
        <a:p>
          <a:r>
            <a:rPr lang="it-IT"/>
            <a:t>IN SEGUITO: solo manuale</a:t>
          </a:r>
          <a:endParaRPr lang="en-US"/>
        </a:p>
      </dgm:t>
    </dgm:pt>
    <dgm:pt modelId="{2A3E4DBD-9486-47AF-B21F-73E17A83E261}" type="parTrans" cxnId="{49F07651-7058-4B5B-83F0-A87B2B1774DE}">
      <dgm:prSet/>
      <dgm:spPr/>
      <dgm:t>
        <a:bodyPr/>
        <a:lstStyle/>
        <a:p>
          <a:endParaRPr lang="en-US"/>
        </a:p>
      </dgm:t>
    </dgm:pt>
    <dgm:pt modelId="{FC4CC5D1-260C-4472-9E77-7CAB71D9DDDA}" type="sibTrans" cxnId="{49F07651-7058-4B5B-83F0-A87B2B1774DE}">
      <dgm:prSet/>
      <dgm:spPr/>
      <dgm:t>
        <a:bodyPr/>
        <a:lstStyle/>
        <a:p>
          <a:endParaRPr lang="en-US"/>
        </a:p>
      </dgm:t>
    </dgm:pt>
    <dgm:pt modelId="{5263AA98-24D9-4F72-9422-F7BC5E1D995F}" type="pres">
      <dgm:prSet presAssocID="{38A3BEDF-9B7A-40A7-8122-00644CF96431}" presName="Name0" presStyleCnt="0">
        <dgm:presLayoutVars>
          <dgm:dir/>
          <dgm:animLvl val="lvl"/>
          <dgm:resizeHandles val="exact"/>
        </dgm:presLayoutVars>
      </dgm:prSet>
      <dgm:spPr/>
    </dgm:pt>
    <dgm:pt modelId="{985BB6A0-28EB-4B1E-A69B-8AF8DDDBCB14}" type="pres">
      <dgm:prSet presAssocID="{7CEA0429-2C91-416B-9A47-27A78892F63A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F18E3E56-4890-4472-A68D-4CDDD33E8D41}" type="pres">
      <dgm:prSet presAssocID="{B5E29D12-6490-4DBB-87FD-DA41DB496C67}" presName="parTxOnlySpace" presStyleCnt="0"/>
      <dgm:spPr/>
    </dgm:pt>
    <dgm:pt modelId="{19EFA122-A662-4394-9C9A-C5EE23686055}" type="pres">
      <dgm:prSet presAssocID="{7B7C951C-A96F-4A78-BD89-0D0DEE3D026C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37EB7D26-6204-4BF3-81B7-F0C011E3C087}" type="presOf" srcId="{7B7C951C-A96F-4A78-BD89-0D0DEE3D026C}" destId="{19EFA122-A662-4394-9C9A-C5EE23686055}" srcOrd="0" destOrd="0" presId="urn:microsoft.com/office/officeart/2005/8/layout/chevron1"/>
    <dgm:cxn modelId="{B2537969-6E31-4A5A-8BBF-28CB0C625285}" type="presOf" srcId="{7CEA0429-2C91-416B-9A47-27A78892F63A}" destId="{985BB6A0-28EB-4B1E-A69B-8AF8DDDBCB14}" srcOrd="0" destOrd="0" presId="urn:microsoft.com/office/officeart/2005/8/layout/chevron1"/>
    <dgm:cxn modelId="{668F7D4E-F47E-4B58-A6F0-E8805138D995}" srcId="{38A3BEDF-9B7A-40A7-8122-00644CF96431}" destId="{7CEA0429-2C91-416B-9A47-27A78892F63A}" srcOrd="0" destOrd="0" parTransId="{529CEA92-FB83-4DE9-8FE6-3670AC0A7A77}" sibTransId="{B5E29D12-6490-4DBB-87FD-DA41DB496C67}"/>
    <dgm:cxn modelId="{49F07651-7058-4B5B-83F0-A87B2B1774DE}" srcId="{38A3BEDF-9B7A-40A7-8122-00644CF96431}" destId="{7B7C951C-A96F-4A78-BD89-0D0DEE3D026C}" srcOrd="1" destOrd="0" parTransId="{2A3E4DBD-9486-47AF-B21F-73E17A83E261}" sibTransId="{FC4CC5D1-260C-4472-9E77-7CAB71D9DDDA}"/>
    <dgm:cxn modelId="{50FBB5C2-42C2-440B-AD51-DD81DCD0ABBF}" type="presOf" srcId="{38A3BEDF-9B7A-40A7-8122-00644CF96431}" destId="{5263AA98-24D9-4F72-9422-F7BC5E1D995F}" srcOrd="0" destOrd="0" presId="urn:microsoft.com/office/officeart/2005/8/layout/chevron1"/>
    <dgm:cxn modelId="{A827F571-F0BC-4041-AE7E-E3EAE7B6D484}" type="presParOf" srcId="{5263AA98-24D9-4F72-9422-F7BC5E1D995F}" destId="{985BB6A0-28EB-4B1E-A69B-8AF8DDDBCB14}" srcOrd="0" destOrd="0" presId="urn:microsoft.com/office/officeart/2005/8/layout/chevron1"/>
    <dgm:cxn modelId="{EF1171C2-4CB0-4B0B-9465-E79E20F63574}" type="presParOf" srcId="{5263AA98-24D9-4F72-9422-F7BC5E1D995F}" destId="{F18E3E56-4890-4472-A68D-4CDDD33E8D41}" srcOrd="1" destOrd="0" presId="urn:microsoft.com/office/officeart/2005/8/layout/chevron1"/>
    <dgm:cxn modelId="{04063F35-1FB8-465B-9BF0-DFCB95D09333}" type="presParOf" srcId="{5263AA98-24D9-4F72-9422-F7BC5E1D995F}" destId="{19EFA122-A662-4394-9C9A-C5EE23686055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87FC4-10DE-4365-B1D8-D0892CA52D7F}">
      <dsp:nvSpPr>
        <dsp:cNvPr id="0" name=""/>
        <dsp:cNvSpPr/>
      </dsp:nvSpPr>
      <dsp:spPr>
        <a:xfrm>
          <a:off x="1320" y="992333"/>
          <a:ext cx="3090788" cy="15453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58420" rIns="87630" bIns="5842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600" kern="1200"/>
            <a:t>Giuseppe Luisi</a:t>
          </a:r>
          <a:endParaRPr lang="en-US" sz="4600" kern="1200"/>
        </a:p>
      </dsp:txBody>
      <dsp:txXfrm>
        <a:off x="46583" y="1037596"/>
        <a:ext cx="3000262" cy="1454868"/>
      </dsp:txXfrm>
    </dsp:sp>
    <dsp:sp modelId="{F74A2ECD-3FE5-435A-9ED6-CA17F4F32C5D}">
      <dsp:nvSpPr>
        <dsp:cNvPr id="0" name=""/>
        <dsp:cNvSpPr/>
      </dsp:nvSpPr>
      <dsp:spPr>
        <a:xfrm>
          <a:off x="3864805" y="992333"/>
          <a:ext cx="3090788" cy="15453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58420" rIns="87630" bIns="5842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600" kern="1200"/>
            <a:t>Fabio Locatelli</a:t>
          </a:r>
          <a:endParaRPr lang="en-US" sz="4600" kern="1200"/>
        </a:p>
      </dsp:txBody>
      <dsp:txXfrm>
        <a:off x="3910068" y="1037596"/>
        <a:ext cx="3000262" cy="1454868"/>
      </dsp:txXfrm>
    </dsp:sp>
    <dsp:sp modelId="{31073709-674F-436D-88E3-31AB725AB993}">
      <dsp:nvSpPr>
        <dsp:cNvPr id="0" name=""/>
        <dsp:cNvSpPr/>
      </dsp:nvSpPr>
      <dsp:spPr>
        <a:xfrm>
          <a:off x="7728291" y="992333"/>
          <a:ext cx="3090788" cy="15453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58420" rIns="87630" bIns="5842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600" kern="1200"/>
            <a:t>Andrei Soava</a:t>
          </a:r>
          <a:endParaRPr lang="en-US" sz="4600" kern="1200"/>
        </a:p>
      </dsp:txBody>
      <dsp:txXfrm>
        <a:off x="7773554" y="1037596"/>
        <a:ext cx="3000262" cy="14548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9628D4-DA88-4A33-8D04-632A4FF2D62C}">
      <dsp:nvSpPr>
        <dsp:cNvPr id="0" name=""/>
        <dsp:cNvSpPr/>
      </dsp:nvSpPr>
      <dsp:spPr>
        <a:xfrm>
          <a:off x="8453" y="0"/>
          <a:ext cx="6001940" cy="3530062"/>
        </a:xfrm>
        <a:prstGeom prst="homePlate">
          <a:avLst>
            <a:gd name="adj" fmla="val 2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1735" tIns="71120" rIns="846941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Lo scopo di questa applicazione in Java è quello di realizzare una versione digitale del celebre gioco di carte </a:t>
          </a:r>
          <a:r>
            <a:rPr lang="it-IT" sz="2800" i="1" kern="1200" dirty="0"/>
            <a:t>UNO</a:t>
          </a:r>
          <a:endParaRPr lang="en-US" sz="2800" kern="1200" dirty="0"/>
        </a:p>
      </dsp:txBody>
      <dsp:txXfrm>
        <a:off x="8453" y="0"/>
        <a:ext cx="5560682" cy="3530062"/>
      </dsp:txXfrm>
    </dsp:sp>
    <dsp:sp modelId="{2BDCAF8A-F073-4484-95AE-3E9E04598BBB}">
      <dsp:nvSpPr>
        <dsp:cNvPr id="0" name=""/>
        <dsp:cNvSpPr/>
      </dsp:nvSpPr>
      <dsp:spPr>
        <a:xfrm>
          <a:off x="4810005" y="0"/>
          <a:ext cx="6001940" cy="3530062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1735" tIns="71120" rIns="211735" bIns="7112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>
            <a:solidFill>
              <a:schemeClr val="accent1">
                <a:lumMod val="75000"/>
              </a:schemeClr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200" kern="1200" dirty="0">
              <a:solidFill>
                <a:schemeClr val="accent1">
                  <a:lumMod val="75000"/>
                </a:schemeClr>
              </a:solidFill>
            </a:rPr>
            <a:t>Partite online, seguendo un’architettura </a:t>
          </a:r>
          <a:r>
            <a:rPr lang="it-IT" sz="2200" kern="1200" dirty="0" err="1">
              <a:solidFill>
                <a:schemeClr val="accent1">
                  <a:lumMod val="75000"/>
                </a:schemeClr>
              </a:solidFill>
            </a:rPr>
            <a:t>client-server</a:t>
          </a:r>
          <a:endParaRPr lang="en-US" sz="2200" kern="1200" dirty="0">
            <a:solidFill>
              <a:schemeClr val="accent1">
                <a:lumMod val="75000"/>
              </a:schemeClr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200" kern="1200" dirty="0">
              <a:solidFill>
                <a:schemeClr val="accent1">
                  <a:lumMod val="75000"/>
                </a:schemeClr>
              </a:solidFill>
            </a:rPr>
            <a:t>Partite offline, contro computer</a:t>
          </a:r>
          <a:endParaRPr lang="en-US" sz="2200" kern="1200" dirty="0">
            <a:solidFill>
              <a:schemeClr val="accent1">
                <a:lumMod val="75000"/>
              </a:schemeClr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200" kern="1200" dirty="0">
              <a:solidFill>
                <a:schemeClr val="accent1">
                  <a:lumMod val="75000"/>
                </a:schemeClr>
              </a:solidFill>
            </a:rPr>
            <a:t>Gestione account utente</a:t>
          </a:r>
          <a:endParaRPr lang="en-US" sz="2200" kern="1200" dirty="0">
            <a:solidFill>
              <a:schemeClr val="accent1">
                <a:lumMod val="75000"/>
              </a:schemeClr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200" kern="1200" dirty="0">
              <a:solidFill>
                <a:schemeClr val="accent1">
                  <a:lumMod val="75000"/>
                </a:schemeClr>
              </a:solidFill>
            </a:rPr>
            <a:t>Gestione salvataggi partite offline</a:t>
          </a:r>
          <a:endParaRPr lang="en-US" sz="2200" kern="1200" dirty="0">
            <a:solidFill>
              <a:schemeClr val="accent1">
                <a:lumMod val="75000"/>
              </a:schemeClr>
            </a:solidFill>
          </a:endParaRPr>
        </a:p>
      </dsp:txBody>
      <dsp:txXfrm>
        <a:off x="5692521" y="0"/>
        <a:ext cx="4236909" cy="35300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C05AA7-611C-424C-80D0-FEC41CE2E125}">
      <dsp:nvSpPr>
        <dsp:cNvPr id="0" name=""/>
        <dsp:cNvSpPr/>
      </dsp:nvSpPr>
      <dsp:spPr>
        <a:xfrm>
          <a:off x="523095" y="459521"/>
          <a:ext cx="1441902" cy="144190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A8C2D7-E072-4F33-948F-AD8B8BE9E894}">
      <dsp:nvSpPr>
        <dsp:cNvPr id="0" name=""/>
        <dsp:cNvSpPr/>
      </dsp:nvSpPr>
      <dsp:spPr>
        <a:xfrm>
          <a:off x="830385" y="766811"/>
          <a:ext cx="827321" cy="8273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4D4B8-ECC0-4231-AD08-53930FC74F93}">
      <dsp:nvSpPr>
        <dsp:cNvPr id="0" name=""/>
        <dsp:cNvSpPr/>
      </dsp:nvSpPr>
      <dsp:spPr>
        <a:xfrm>
          <a:off x="62159" y="2350541"/>
          <a:ext cx="2363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300" kern="1200"/>
            <a:t>Organizzazione del lavoro (sovrapposizione delle aree d’interesse)</a:t>
          </a:r>
          <a:endParaRPr lang="en-US" sz="1300" kern="1200"/>
        </a:p>
      </dsp:txBody>
      <dsp:txXfrm>
        <a:off x="62159" y="2350541"/>
        <a:ext cx="2363775" cy="720000"/>
      </dsp:txXfrm>
    </dsp:sp>
    <dsp:sp modelId="{6A2093CD-D145-44EC-9C8E-6FB156C3540F}">
      <dsp:nvSpPr>
        <dsp:cNvPr id="0" name=""/>
        <dsp:cNvSpPr/>
      </dsp:nvSpPr>
      <dsp:spPr>
        <a:xfrm>
          <a:off x="3300530" y="459521"/>
          <a:ext cx="1441902" cy="144190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E1DBE7-E78F-4E72-99AC-67D3D4FF7D62}">
      <dsp:nvSpPr>
        <dsp:cNvPr id="0" name=""/>
        <dsp:cNvSpPr/>
      </dsp:nvSpPr>
      <dsp:spPr>
        <a:xfrm>
          <a:off x="3607821" y="766811"/>
          <a:ext cx="827321" cy="8273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6212C-32EB-4350-979F-CC3B452E1DDE}">
      <dsp:nvSpPr>
        <dsp:cNvPr id="0" name=""/>
        <dsp:cNvSpPr/>
      </dsp:nvSpPr>
      <dsp:spPr>
        <a:xfrm>
          <a:off x="2839594" y="2350541"/>
          <a:ext cx="2363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300" kern="1200"/>
            <a:t>Apprendimento delle tecnologie (Maven, JavaFX, Socket.IO)</a:t>
          </a:r>
          <a:endParaRPr lang="en-US" sz="1300" kern="1200"/>
        </a:p>
      </dsp:txBody>
      <dsp:txXfrm>
        <a:off x="2839594" y="2350541"/>
        <a:ext cx="2363775" cy="720000"/>
      </dsp:txXfrm>
    </dsp:sp>
    <dsp:sp modelId="{EE9B7FB0-FDCA-4644-B7B8-ACEBE0ADB05B}">
      <dsp:nvSpPr>
        <dsp:cNvPr id="0" name=""/>
        <dsp:cNvSpPr/>
      </dsp:nvSpPr>
      <dsp:spPr>
        <a:xfrm>
          <a:off x="6077966" y="459521"/>
          <a:ext cx="1441902" cy="144190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F8473D-11A8-4320-AA5B-D0CC0DFE4F2D}">
      <dsp:nvSpPr>
        <dsp:cNvPr id="0" name=""/>
        <dsp:cNvSpPr/>
      </dsp:nvSpPr>
      <dsp:spPr>
        <a:xfrm>
          <a:off x="6385257" y="766811"/>
          <a:ext cx="827321" cy="8273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FFDCC7-A6AE-4A6E-8A0D-E67FDE96F13F}">
      <dsp:nvSpPr>
        <dsp:cNvPr id="0" name=""/>
        <dsp:cNvSpPr/>
      </dsp:nvSpPr>
      <dsp:spPr>
        <a:xfrm>
          <a:off x="5617030" y="2350541"/>
          <a:ext cx="2363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300" kern="1200"/>
            <a:t>Utilizzo dei tools (Papyrus)</a:t>
          </a:r>
          <a:endParaRPr lang="en-US" sz="1300" kern="1200"/>
        </a:p>
      </dsp:txBody>
      <dsp:txXfrm>
        <a:off x="5617030" y="2350541"/>
        <a:ext cx="2363775" cy="720000"/>
      </dsp:txXfrm>
    </dsp:sp>
    <dsp:sp modelId="{08CFDA5A-DCD4-4533-9111-470506DA190C}">
      <dsp:nvSpPr>
        <dsp:cNvPr id="0" name=""/>
        <dsp:cNvSpPr/>
      </dsp:nvSpPr>
      <dsp:spPr>
        <a:xfrm>
          <a:off x="8855402" y="459521"/>
          <a:ext cx="1441902" cy="1441902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BFD1A2-2A39-42A7-8EEB-F34CBAFD25F2}">
      <dsp:nvSpPr>
        <dsp:cNvPr id="0" name=""/>
        <dsp:cNvSpPr/>
      </dsp:nvSpPr>
      <dsp:spPr>
        <a:xfrm>
          <a:off x="9162692" y="766811"/>
          <a:ext cx="827321" cy="8273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7A8B87-2F39-4D20-9F3E-AC7AF2A66355}">
      <dsp:nvSpPr>
        <dsp:cNvPr id="0" name=""/>
        <dsp:cNvSpPr/>
      </dsp:nvSpPr>
      <dsp:spPr>
        <a:xfrm>
          <a:off x="8394465" y="2350541"/>
          <a:ext cx="2363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300" kern="1200"/>
            <a:t>Aggiornamento della documentazione durante lo sviluppo</a:t>
          </a:r>
          <a:endParaRPr lang="en-US" sz="1300" kern="1200"/>
        </a:p>
      </dsp:txBody>
      <dsp:txXfrm>
        <a:off x="8394465" y="2350541"/>
        <a:ext cx="2363775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52CA50-9987-41B2-99D9-107C7AF4E9F7}">
      <dsp:nvSpPr>
        <dsp:cNvPr id="0" name=""/>
        <dsp:cNvSpPr/>
      </dsp:nvSpPr>
      <dsp:spPr>
        <a:xfrm>
          <a:off x="360293" y="1111526"/>
          <a:ext cx="579814" cy="5798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0D584-9FDD-45E6-9E48-F0CB2983B675}">
      <dsp:nvSpPr>
        <dsp:cNvPr id="0" name=""/>
        <dsp:cNvSpPr/>
      </dsp:nvSpPr>
      <dsp:spPr>
        <a:xfrm>
          <a:off x="5962" y="1903144"/>
          <a:ext cx="1288476" cy="515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Java</a:t>
          </a:r>
          <a:endParaRPr lang="en-US" sz="2800" kern="1200" dirty="0"/>
        </a:p>
      </dsp:txBody>
      <dsp:txXfrm>
        <a:off x="5962" y="1903144"/>
        <a:ext cx="1288476" cy="515390"/>
      </dsp:txXfrm>
    </dsp:sp>
    <dsp:sp modelId="{78C65283-2835-4B04-A1F7-C174E0E0B9B4}">
      <dsp:nvSpPr>
        <dsp:cNvPr id="0" name=""/>
        <dsp:cNvSpPr/>
      </dsp:nvSpPr>
      <dsp:spPr>
        <a:xfrm>
          <a:off x="1874253" y="1111526"/>
          <a:ext cx="579814" cy="5798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FFBE1E-3347-433C-B33E-20428DADEE55}">
      <dsp:nvSpPr>
        <dsp:cNvPr id="0" name=""/>
        <dsp:cNvSpPr/>
      </dsp:nvSpPr>
      <dsp:spPr>
        <a:xfrm>
          <a:off x="1519922" y="1903144"/>
          <a:ext cx="1288476" cy="515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Maven</a:t>
          </a:r>
          <a:endParaRPr lang="en-US" sz="2800" kern="1200" dirty="0"/>
        </a:p>
      </dsp:txBody>
      <dsp:txXfrm>
        <a:off x="1519922" y="1903144"/>
        <a:ext cx="1288476" cy="515390"/>
      </dsp:txXfrm>
    </dsp:sp>
    <dsp:sp modelId="{681E6228-FEF0-4BCF-87E9-7754913AB9A4}">
      <dsp:nvSpPr>
        <dsp:cNvPr id="0" name=""/>
        <dsp:cNvSpPr/>
      </dsp:nvSpPr>
      <dsp:spPr>
        <a:xfrm>
          <a:off x="3388213" y="1111526"/>
          <a:ext cx="579814" cy="5798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29801A-9CAF-45BE-94AF-BAA8A36677EF}">
      <dsp:nvSpPr>
        <dsp:cNvPr id="0" name=""/>
        <dsp:cNvSpPr/>
      </dsp:nvSpPr>
      <dsp:spPr>
        <a:xfrm>
          <a:off x="3033882" y="1903144"/>
          <a:ext cx="1288476" cy="515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 err="1"/>
            <a:t>JavaFX</a:t>
          </a:r>
          <a:endParaRPr lang="en-US" sz="2800" kern="1200" dirty="0"/>
        </a:p>
      </dsp:txBody>
      <dsp:txXfrm>
        <a:off x="3033882" y="1903144"/>
        <a:ext cx="1288476" cy="515390"/>
      </dsp:txXfrm>
    </dsp:sp>
    <dsp:sp modelId="{6B12C3C0-66AB-42AC-9A2A-B6CCE6F4B220}">
      <dsp:nvSpPr>
        <dsp:cNvPr id="0" name=""/>
        <dsp:cNvSpPr/>
      </dsp:nvSpPr>
      <dsp:spPr>
        <a:xfrm>
          <a:off x="4902173" y="1111526"/>
          <a:ext cx="579814" cy="5798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6BA18F-409C-4168-8A93-DDEB30741F2F}">
      <dsp:nvSpPr>
        <dsp:cNvPr id="0" name=""/>
        <dsp:cNvSpPr/>
      </dsp:nvSpPr>
      <dsp:spPr>
        <a:xfrm>
          <a:off x="4547841" y="1903144"/>
          <a:ext cx="1288476" cy="515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 err="1"/>
            <a:t>Socket.IO</a:t>
          </a:r>
          <a:r>
            <a:rPr lang="it-IT" sz="2800" kern="1200" dirty="0"/>
            <a:t> </a:t>
          </a:r>
          <a:r>
            <a:rPr lang="it-IT" sz="1100" kern="1200" dirty="0"/>
            <a:t>(comunicazione in tempo reale tra client)</a:t>
          </a:r>
          <a:endParaRPr lang="en-US" sz="1100" kern="1200" dirty="0"/>
        </a:p>
      </dsp:txBody>
      <dsp:txXfrm>
        <a:off x="4547841" y="1903144"/>
        <a:ext cx="1288476" cy="515390"/>
      </dsp:txXfrm>
    </dsp:sp>
    <dsp:sp modelId="{0F2A9710-C476-4C03-BB21-8D37FB7B8A06}">
      <dsp:nvSpPr>
        <dsp:cNvPr id="0" name=""/>
        <dsp:cNvSpPr/>
      </dsp:nvSpPr>
      <dsp:spPr>
        <a:xfrm>
          <a:off x="6416132" y="1111526"/>
          <a:ext cx="579814" cy="5798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69BDD-BC06-4C3F-96BF-C29490A9D039}">
      <dsp:nvSpPr>
        <dsp:cNvPr id="0" name=""/>
        <dsp:cNvSpPr/>
      </dsp:nvSpPr>
      <dsp:spPr>
        <a:xfrm>
          <a:off x="6061801" y="1903144"/>
          <a:ext cx="1288476" cy="515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H2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(database embedded)</a:t>
          </a:r>
          <a:endParaRPr lang="en-US" sz="1100" kern="1200" dirty="0"/>
        </a:p>
      </dsp:txBody>
      <dsp:txXfrm>
        <a:off x="6061801" y="1903144"/>
        <a:ext cx="1288476" cy="515390"/>
      </dsp:txXfrm>
    </dsp:sp>
    <dsp:sp modelId="{F49F0013-F4BF-4952-ACAB-C52DADDAFE54}">
      <dsp:nvSpPr>
        <dsp:cNvPr id="0" name=""/>
        <dsp:cNvSpPr/>
      </dsp:nvSpPr>
      <dsp:spPr>
        <a:xfrm>
          <a:off x="8148212" y="1111526"/>
          <a:ext cx="579814" cy="57981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EA3B3-9B1F-4E8A-861D-A0DB582177CA}">
      <dsp:nvSpPr>
        <dsp:cNvPr id="0" name=""/>
        <dsp:cNvSpPr/>
      </dsp:nvSpPr>
      <dsp:spPr>
        <a:xfrm>
          <a:off x="7575761" y="1903144"/>
          <a:ext cx="1724716" cy="515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 err="1"/>
            <a:t>Papyrus</a:t>
          </a:r>
          <a:endParaRPr lang="en-US" sz="2800" kern="1200" dirty="0"/>
        </a:p>
      </dsp:txBody>
      <dsp:txXfrm>
        <a:off x="7575761" y="1903144"/>
        <a:ext cx="1724716" cy="515390"/>
      </dsp:txXfrm>
    </dsp:sp>
    <dsp:sp modelId="{2F492640-6712-4A36-91CC-69AA4BAD20D4}">
      <dsp:nvSpPr>
        <dsp:cNvPr id="0" name=""/>
        <dsp:cNvSpPr/>
      </dsp:nvSpPr>
      <dsp:spPr>
        <a:xfrm>
          <a:off x="9880292" y="1111526"/>
          <a:ext cx="579814" cy="57981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DC2A2-3082-405B-9320-BB5D1DA90387}">
      <dsp:nvSpPr>
        <dsp:cNvPr id="0" name=""/>
        <dsp:cNvSpPr/>
      </dsp:nvSpPr>
      <dsp:spPr>
        <a:xfrm>
          <a:off x="9525961" y="1903144"/>
          <a:ext cx="1288476" cy="515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Eclipse</a:t>
          </a:r>
          <a:endParaRPr lang="en-US" sz="2800" kern="1200" dirty="0"/>
        </a:p>
      </dsp:txBody>
      <dsp:txXfrm>
        <a:off x="9525961" y="1903144"/>
        <a:ext cx="1288476" cy="5153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AADACB-0029-451A-86AE-EFEEB0120039}">
      <dsp:nvSpPr>
        <dsp:cNvPr id="0" name=""/>
        <dsp:cNvSpPr/>
      </dsp:nvSpPr>
      <dsp:spPr>
        <a:xfrm>
          <a:off x="5292512" y="1345180"/>
          <a:ext cx="1294564" cy="6160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9850"/>
              </a:lnTo>
              <a:lnTo>
                <a:pt x="1294564" y="419850"/>
              </a:lnTo>
              <a:lnTo>
                <a:pt x="1294564" y="616095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02E705-1B19-4AEA-95A0-9AA07A6847A7}">
      <dsp:nvSpPr>
        <dsp:cNvPr id="0" name=""/>
        <dsp:cNvSpPr/>
      </dsp:nvSpPr>
      <dsp:spPr>
        <a:xfrm>
          <a:off x="3997947" y="1345180"/>
          <a:ext cx="1294564" cy="616095"/>
        </a:xfrm>
        <a:custGeom>
          <a:avLst/>
          <a:gdLst/>
          <a:ahLst/>
          <a:cxnLst/>
          <a:rect l="0" t="0" r="0" b="0"/>
          <a:pathLst>
            <a:path>
              <a:moveTo>
                <a:pt x="1294564" y="0"/>
              </a:moveTo>
              <a:lnTo>
                <a:pt x="1294564" y="419850"/>
              </a:lnTo>
              <a:lnTo>
                <a:pt x="0" y="419850"/>
              </a:lnTo>
              <a:lnTo>
                <a:pt x="0" y="616095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68FA61-738F-48D4-8478-F12395648408}">
      <dsp:nvSpPr>
        <dsp:cNvPr id="0" name=""/>
        <dsp:cNvSpPr/>
      </dsp:nvSpPr>
      <dsp:spPr>
        <a:xfrm>
          <a:off x="4233322" y="9"/>
          <a:ext cx="2118378" cy="1345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10E655-EFB8-49C5-8BB1-44ABAF4A72F2}">
      <dsp:nvSpPr>
        <dsp:cNvPr id="0" name=""/>
        <dsp:cNvSpPr/>
      </dsp:nvSpPr>
      <dsp:spPr>
        <a:xfrm>
          <a:off x="4468698" y="223616"/>
          <a:ext cx="2118378" cy="13451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 dirty="0"/>
            <a:t>Modello ibrido</a:t>
          </a:r>
          <a:endParaRPr lang="en-US" sz="2500" kern="1200" dirty="0"/>
        </a:p>
      </dsp:txBody>
      <dsp:txXfrm>
        <a:off x="4508097" y="263015"/>
        <a:ext cx="2039580" cy="1266372"/>
      </dsp:txXfrm>
    </dsp:sp>
    <dsp:sp modelId="{FC2DDC83-BF4A-48DF-8C05-478B3A3563D6}">
      <dsp:nvSpPr>
        <dsp:cNvPr id="0" name=""/>
        <dsp:cNvSpPr/>
      </dsp:nvSpPr>
      <dsp:spPr>
        <a:xfrm>
          <a:off x="2938758" y="1961275"/>
          <a:ext cx="2118378" cy="1345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90210D-AA46-45E3-81BF-F9F23B4A477A}">
      <dsp:nvSpPr>
        <dsp:cNvPr id="0" name=""/>
        <dsp:cNvSpPr/>
      </dsp:nvSpPr>
      <dsp:spPr>
        <a:xfrm>
          <a:off x="3174133" y="2184881"/>
          <a:ext cx="2118378" cy="13451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/>
            <a:t>Client-Server</a:t>
          </a:r>
          <a:endParaRPr lang="en-US" sz="2500" kern="1200"/>
        </a:p>
      </dsp:txBody>
      <dsp:txXfrm>
        <a:off x="3213532" y="2224280"/>
        <a:ext cx="2039580" cy="1266372"/>
      </dsp:txXfrm>
    </dsp:sp>
    <dsp:sp modelId="{49113AE9-FE1A-47E0-B76C-D8DDE6DBF880}">
      <dsp:nvSpPr>
        <dsp:cNvPr id="0" name=""/>
        <dsp:cNvSpPr/>
      </dsp:nvSpPr>
      <dsp:spPr>
        <a:xfrm>
          <a:off x="5527887" y="1961275"/>
          <a:ext cx="2118378" cy="1345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A2C3F9C-67C2-4BDC-B73A-DA910A01A661}">
      <dsp:nvSpPr>
        <dsp:cNvPr id="0" name=""/>
        <dsp:cNvSpPr/>
      </dsp:nvSpPr>
      <dsp:spPr>
        <a:xfrm>
          <a:off x="5763263" y="2184881"/>
          <a:ext cx="2118378" cy="13451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/>
            <a:t>Model-View-Controller</a:t>
          </a:r>
          <a:endParaRPr lang="en-US" sz="2500" kern="1200"/>
        </a:p>
      </dsp:txBody>
      <dsp:txXfrm>
        <a:off x="5802662" y="2224280"/>
        <a:ext cx="2039580" cy="12663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7D8AED-A118-4860-BAB2-33EE82F914F5}">
      <dsp:nvSpPr>
        <dsp:cNvPr id="0" name=""/>
        <dsp:cNvSpPr/>
      </dsp:nvSpPr>
      <dsp:spPr>
        <a:xfrm>
          <a:off x="664949" y="122530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1FFBD5-ABDB-4DAE-AC3A-02F6D8A12856}">
      <dsp:nvSpPr>
        <dsp:cNvPr id="0" name=""/>
        <dsp:cNvSpPr/>
      </dsp:nvSpPr>
      <dsp:spPr>
        <a:xfrm>
          <a:off x="1081762" y="539343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A105D-C575-4BA4-ADE4-A37AB8D2C495}">
      <dsp:nvSpPr>
        <dsp:cNvPr id="0" name=""/>
        <dsp:cNvSpPr/>
      </dsp:nvSpPr>
      <dsp:spPr>
        <a:xfrm>
          <a:off x="39731" y="26875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700" kern="1200"/>
            <a:t>Refactoring basato sull’intuito</a:t>
          </a:r>
          <a:endParaRPr lang="en-US" sz="1700" kern="1200"/>
        </a:p>
      </dsp:txBody>
      <dsp:txXfrm>
        <a:off x="39731" y="2687531"/>
        <a:ext cx="3206250" cy="720000"/>
      </dsp:txXfrm>
    </dsp:sp>
    <dsp:sp modelId="{D790F1D6-FF2C-4398-8761-49BA88498712}">
      <dsp:nvSpPr>
        <dsp:cNvPr id="0" name=""/>
        <dsp:cNvSpPr/>
      </dsp:nvSpPr>
      <dsp:spPr>
        <a:xfrm>
          <a:off x="4432293" y="122530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CD6DE2-D486-4149-AFBB-3E920358DA30}">
      <dsp:nvSpPr>
        <dsp:cNvPr id="0" name=""/>
        <dsp:cNvSpPr/>
      </dsp:nvSpPr>
      <dsp:spPr>
        <a:xfrm>
          <a:off x="4849106" y="539343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8E41A-DA58-46CB-9C2F-FB9526FE78A6}">
      <dsp:nvSpPr>
        <dsp:cNvPr id="0" name=""/>
        <dsp:cNvSpPr/>
      </dsp:nvSpPr>
      <dsp:spPr>
        <a:xfrm>
          <a:off x="3807075" y="26875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700" kern="1200"/>
            <a:t>Abbassamento complessità ciclomatica di McCabe (sonarlint)</a:t>
          </a:r>
          <a:endParaRPr lang="en-US" sz="1700" kern="1200"/>
        </a:p>
      </dsp:txBody>
      <dsp:txXfrm>
        <a:off x="3807075" y="2687531"/>
        <a:ext cx="3206250" cy="720000"/>
      </dsp:txXfrm>
    </dsp:sp>
    <dsp:sp modelId="{695B5271-E07C-462D-BAC5-BD3D845E80E0}">
      <dsp:nvSpPr>
        <dsp:cNvPr id="0" name=""/>
        <dsp:cNvSpPr/>
      </dsp:nvSpPr>
      <dsp:spPr>
        <a:xfrm>
          <a:off x="8199637" y="122530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0E81C0-F994-4394-94A8-37CE8935D637}">
      <dsp:nvSpPr>
        <dsp:cNvPr id="0" name=""/>
        <dsp:cNvSpPr/>
      </dsp:nvSpPr>
      <dsp:spPr>
        <a:xfrm>
          <a:off x="8616450" y="539343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270F7-951A-489A-95B0-87F379B38745}">
      <dsp:nvSpPr>
        <dsp:cNvPr id="0" name=""/>
        <dsp:cNvSpPr/>
      </dsp:nvSpPr>
      <dsp:spPr>
        <a:xfrm>
          <a:off x="7574418" y="26875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700" kern="1200"/>
            <a:t>Javadoc (leggibilità del codice)</a:t>
          </a:r>
          <a:endParaRPr lang="en-US" sz="1700" kern="1200"/>
        </a:p>
      </dsp:txBody>
      <dsp:txXfrm>
        <a:off x="7574418" y="2687531"/>
        <a:ext cx="32062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E23BA0-4940-401D-9A95-3CE07B4FBCB3}">
      <dsp:nvSpPr>
        <dsp:cNvPr id="0" name=""/>
        <dsp:cNvSpPr/>
      </dsp:nvSpPr>
      <dsp:spPr>
        <a:xfrm>
          <a:off x="3170" y="926941"/>
          <a:ext cx="2263407" cy="14372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995DC9-2196-4686-AEE4-C1A0D8923C27}">
      <dsp:nvSpPr>
        <dsp:cNvPr id="0" name=""/>
        <dsp:cNvSpPr/>
      </dsp:nvSpPr>
      <dsp:spPr>
        <a:xfrm>
          <a:off x="254659" y="1165856"/>
          <a:ext cx="2263407" cy="14372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/>
            <a:t>Niente RIVINCITA </a:t>
          </a:r>
          <a:endParaRPr lang="en-US" sz="2000" kern="1200"/>
        </a:p>
      </dsp:txBody>
      <dsp:txXfrm>
        <a:off x="296755" y="1207952"/>
        <a:ext cx="2179215" cy="1353072"/>
      </dsp:txXfrm>
    </dsp:sp>
    <dsp:sp modelId="{588B668A-663E-4155-A5AC-84131448A87F}">
      <dsp:nvSpPr>
        <dsp:cNvPr id="0" name=""/>
        <dsp:cNvSpPr/>
      </dsp:nvSpPr>
      <dsp:spPr>
        <a:xfrm>
          <a:off x="2769557" y="926941"/>
          <a:ext cx="2263407" cy="14372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3CD6B84-C597-400D-BEE9-D7B54BF58DBB}">
      <dsp:nvSpPr>
        <dsp:cNvPr id="0" name=""/>
        <dsp:cNvSpPr/>
      </dsp:nvSpPr>
      <dsp:spPr>
        <a:xfrm>
          <a:off x="3021047" y="1165856"/>
          <a:ext cx="2263407" cy="14372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/>
            <a:t>Niente modalità alternative</a:t>
          </a:r>
          <a:endParaRPr lang="en-US" sz="2000" kern="1200"/>
        </a:p>
      </dsp:txBody>
      <dsp:txXfrm>
        <a:off x="3063143" y="1207952"/>
        <a:ext cx="2179215" cy="1353072"/>
      </dsp:txXfrm>
    </dsp:sp>
    <dsp:sp modelId="{A48DF69A-51FA-47F7-A4E5-EF1C762CD050}">
      <dsp:nvSpPr>
        <dsp:cNvPr id="0" name=""/>
        <dsp:cNvSpPr/>
      </dsp:nvSpPr>
      <dsp:spPr>
        <a:xfrm>
          <a:off x="5535944" y="926941"/>
          <a:ext cx="2263407" cy="14372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FE275F-CBB1-4D68-BE85-6A3D8A0326F4}">
      <dsp:nvSpPr>
        <dsp:cNvPr id="0" name=""/>
        <dsp:cNvSpPr/>
      </dsp:nvSpPr>
      <dsp:spPr>
        <a:xfrm>
          <a:off x="5787434" y="1165856"/>
          <a:ext cx="2263407" cy="14372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/>
            <a:t>Niente modalità tutorial</a:t>
          </a:r>
          <a:endParaRPr lang="en-US" sz="2000" kern="1200"/>
        </a:p>
      </dsp:txBody>
      <dsp:txXfrm>
        <a:off x="5829530" y="1207952"/>
        <a:ext cx="2179215" cy="1353072"/>
      </dsp:txXfrm>
    </dsp:sp>
    <dsp:sp modelId="{AB10C610-A141-4658-A949-793B22008164}">
      <dsp:nvSpPr>
        <dsp:cNvPr id="0" name=""/>
        <dsp:cNvSpPr/>
      </dsp:nvSpPr>
      <dsp:spPr>
        <a:xfrm>
          <a:off x="8302332" y="926941"/>
          <a:ext cx="2263407" cy="14372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3286B0-BCF2-4259-BAC9-7798834D3836}">
      <dsp:nvSpPr>
        <dsp:cNvPr id="0" name=""/>
        <dsp:cNvSpPr/>
      </dsp:nvSpPr>
      <dsp:spPr>
        <a:xfrm>
          <a:off x="8553822" y="1165856"/>
          <a:ext cx="2263407" cy="14372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/>
            <a:t>Niente gestione ottimizzata del salvataggio automatico</a:t>
          </a:r>
          <a:endParaRPr lang="en-US" sz="2000" kern="1200"/>
        </a:p>
      </dsp:txBody>
      <dsp:txXfrm>
        <a:off x="8595918" y="1207952"/>
        <a:ext cx="2179215" cy="135307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5BB6A0-28EB-4B1E-A69B-8AF8DDDBCB14}">
      <dsp:nvSpPr>
        <dsp:cNvPr id="0" name=""/>
        <dsp:cNvSpPr/>
      </dsp:nvSpPr>
      <dsp:spPr>
        <a:xfrm>
          <a:off x="9510" y="628043"/>
          <a:ext cx="5684936" cy="2273974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019" tIns="50673" rIns="50673" bIns="50673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800" kern="1200"/>
            <a:t>ALL’INIZIO: Junit solo con il modello offline</a:t>
          </a:r>
          <a:endParaRPr lang="en-US" sz="3800" kern="1200"/>
        </a:p>
      </dsp:txBody>
      <dsp:txXfrm>
        <a:off x="1146497" y="628043"/>
        <a:ext cx="3410962" cy="2273974"/>
      </dsp:txXfrm>
    </dsp:sp>
    <dsp:sp modelId="{19EFA122-A662-4394-9C9A-C5EE23686055}">
      <dsp:nvSpPr>
        <dsp:cNvPr id="0" name=""/>
        <dsp:cNvSpPr/>
      </dsp:nvSpPr>
      <dsp:spPr>
        <a:xfrm>
          <a:off x="5125953" y="628043"/>
          <a:ext cx="5684936" cy="2273974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019" tIns="50673" rIns="50673" bIns="50673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800" kern="1200"/>
            <a:t>IN SEGUITO: solo manuale</a:t>
          </a:r>
          <a:endParaRPr lang="en-US" sz="3800" kern="1200"/>
        </a:p>
      </dsp:txBody>
      <dsp:txXfrm>
        <a:off x="6262940" y="628043"/>
        <a:ext cx="3410962" cy="22739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6907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646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6436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3933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1081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1816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589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364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468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7370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7256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6037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818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8757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8592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6461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2994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7B6B5-2FB1-4390-BECF-3F08D25700E5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1EEAD-7D37-4080-9964-4AF4758BCF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58872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it.crazygames.com/gioco/uno-onlin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D7C2DEF-63C5-495B-BBE5-720E5D12B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21E403-0B61-4473-BE57-AB0F16379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3927B0E-AB74-918D-B585-92F679DDB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696" y="3040380"/>
            <a:ext cx="3761964" cy="876145"/>
          </a:xfrm>
          <a:noFill/>
          <a:ln w="19050">
            <a:noFill/>
            <a:prstDash val="dash"/>
          </a:ln>
        </p:spPr>
        <p:txBody>
          <a:bodyPr>
            <a:normAutofit fontScale="90000"/>
          </a:bodyPr>
          <a:lstStyle/>
          <a:p>
            <a:pPr algn="r"/>
            <a:br>
              <a:rPr lang="it-IT" sz="4800" b="1" dirty="0"/>
            </a:br>
            <a:br>
              <a:rPr lang="it-IT" sz="4800" b="1" dirty="0"/>
            </a:br>
            <a:r>
              <a:rPr lang="it-IT" sz="4800" b="1" dirty="0"/>
              <a:t>ONE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2417C02-86FD-D589-2353-CFFD20FDC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695" y="3923151"/>
            <a:ext cx="3761965" cy="2293885"/>
          </a:xfrm>
          <a:noFill/>
          <a:ln w="19050">
            <a:noFill/>
            <a:prstDash val="dash"/>
          </a:ln>
        </p:spPr>
        <p:txBody>
          <a:bodyPr>
            <a:normAutofit/>
          </a:bodyPr>
          <a:lstStyle/>
          <a:p>
            <a:pPr algn="r"/>
            <a:r>
              <a:rPr lang="it-IT" dirty="0"/>
              <a:t>Gioco di carte in Java</a:t>
            </a:r>
          </a:p>
        </p:txBody>
      </p:sp>
      <p:pic>
        <p:nvPicPr>
          <p:cNvPr id="7" name="Graphic 6" descr="Utenti">
            <a:extLst>
              <a:ext uri="{FF2B5EF4-FFF2-40B4-BE49-F238E27FC236}">
                <a16:creationId xmlns:a16="http://schemas.microsoft.com/office/drawing/2014/main" id="{D9A5AEF6-8068-9FB0-5682-E58B82F94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8097" y="941122"/>
            <a:ext cx="5115048" cy="5115048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7C6A9DA-3838-A71D-270D-B11173EA464B}"/>
              </a:ext>
            </a:extLst>
          </p:cNvPr>
          <p:cNvSpPr txBox="1"/>
          <p:nvPr/>
        </p:nvSpPr>
        <p:spPr>
          <a:xfrm>
            <a:off x="1816132" y="537210"/>
            <a:ext cx="78443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b="1" dirty="0"/>
              <a:t>PROGETTO DI INGEGNERIA DEL SOFTWARE</a:t>
            </a:r>
          </a:p>
        </p:txBody>
      </p:sp>
    </p:spTree>
    <p:extLst>
      <p:ext uri="{BB962C8B-B14F-4D97-AF65-F5344CB8AC3E}">
        <p14:creationId xmlns:p14="http://schemas.microsoft.com/office/powerpoint/2010/main" val="728954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BA51E5-ED1D-8545-317C-BB703DC51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it-IT" dirty="0"/>
              <a:t>CHI SIAMO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35C9EED2-FA20-9DD1-3CBC-C99CD70295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9160749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5801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287999-FB7E-A4C4-0A21-57EB2F81B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it-IT" dirty="0"/>
              <a:t>obiettivo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B1AD4118-2F10-DD45-8477-B8CB2EAE3C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4325058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7990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9008F1-2BCA-7414-7D07-1D6C0E76A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it-IT" dirty="0" err="1"/>
              <a:t>DIFFICOLTà</a:t>
            </a:r>
            <a:r>
              <a:rPr lang="it-IT" dirty="0"/>
              <a:t> RISCONTRATE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E70466E8-E0B0-041B-EC74-B5B0D8EF1B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4045744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241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DC1AD8-A8C7-6C94-8C7F-12C9F1E06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it-IT" dirty="0"/>
              <a:t>Tecnologie utilizzate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88C0D53F-BD4F-5DBD-0FB7-E81FC33812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3574714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8203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2F9B2E-86FA-6DAC-D4CB-53E0DBE32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Software </a:t>
            </a:r>
            <a:r>
              <a:rPr lang="it-IT" dirty="0" err="1"/>
              <a:t>configuration</a:t>
            </a:r>
            <a:r>
              <a:rPr lang="it-IT" dirty="0"/>
              <a:t> manager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3FAD53-2742-A0BA-794C-66B2FF21E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GITHUB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Modalità di utilizzo:</a:t>
            </a:r>
          </a:p>
          <a:p>
            <a:pPr>
              <a:buFontTx/>
              <a:buChar char="-"/>
            </a:pPr>
            <a:r>
              <a:rPr lang="it-IT" dirty="0" err="1"/>
              <a:t>Versionamento</a:t>
            </a:r>
            <a:r>
              <a:rPr lang="it-IT" dirty="0"/>
              <a:t> delle componenti</a:t>
            </a:r>
          </a:p>
          <a:p>
            <a:pPr>
              <a:buFontTx/>
              <a:buChar char="-"/>
            </a:pPr>
            <a:r>
              <a:rPr lang="it-IT" dirty="0"/>
              <a:t>Utilizzo dei </a:t>
            </a:r>
            <a:r>
              <a:rPr lang="it-IT" dirty="0" err="1"/>
              <a:t>branch</a:t>
            </a:r>
            <a:r>
              <a:rPr lang="it-IT" dirty="0"/>
              <a:t> durante lo sviluppo parallelo</a:t>
            </a:r>
          </a:p>
          <a:p>
            <a:pPr>
              <a:buFontTx/>
              <a:buChar char="-"/>
            </a:pPr>
            <a:r>
              <a:rPr lang="it-IT" dirty="0"/>
              <a:t>Condivisione di codice</a:t>
            </a:r>
          </a:p>
        </p:txBody>
      </p:sp>
    </p:spTree>
    <p:extLst>
      <p:ext uri="{BB962C8B-B14F-4D97-AF65-F5344CB8AC3E}">
        <p14:creationId xmlns:p14="http://schemas.microsoft.com/office/powerpoint/2010/main" val="1903195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B5C22D-29CF-B04B-50E4-83CB6CB71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Modello di processo (aspettative)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451927-7A6A-D4CE-777F-864F1E8F3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Modello ibrido con:</a:t>
            </a:r>
          </a:p>
          <a:p>
            <a:pPr>
              <a:buFontTx/>
              <a:buChar char="-"/>
            </a:pPr>
            <a:r>
              <a:rPr lang="it-IT" dirty="0"/>
              <a:t>Modello a cascata (per fasi di ingegneria del requisiti e progettazione)</a:t>
            </a:r>
          </a:p>
          <a:p>
            <a:pPr>
              <a:buFontTx/>
              <a:buChar char="-"/>
            </a:pPr>
            <a:r>
              <a:rPr lang="it-IT" dirty="0"/>
              <a:t>SCRUM (per implementazione e testing)</a:t>
            </a:r>
          </a:p>
        </p:txBody>
      </p:sp>
    </p:spTree>
    <p:extLst>
      <p:ext uri="{BB962C8B-B14F-4D97-AF65-F5344CB8AC3E}">
        <p14:creationId xmlns:p14="http://schemas.microsoft.com/office/powerpoint/2010/main" val="2723705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8115DE7-EE6E-AB96-CE25-D6E60D650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it-IT" sz="3200"/>
              <a:t>Modello di processo </a:t>
            </a:r>
            <a:br>
              <a:rPr lang="it-IT" sz="3200"/>
            </a:br>
            <a:r>
              <a:rPr lang="it-IT" sz="3200"/>
              <a:t>(realtà)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6B4388-4CB2-7659-6A61-43262D000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600"/>
              <a:t>Modello ibrido con:</a:t>
            </a:r>
          </a:p>
          <a:p>
            <a:pPr>
              <a:buFontTx/>
              <a:buChar char="-"/>
            </a:pPr>
            <a:r>
              <a:rPr lang="it-IT" sz="1600"/>
              <a:t>Modello a V (molto informale)</a:t>
            </a:r>
          </a:p>
          <a:p>
            <a:pPr>
              <a:buFontTx/>
              <a:buChar char="-"/>
            </a:pPr>
            <a:r>
              <a:rPr lang="it-IT" sz="1600"/>
              <a:t>Cenni di AGILE (prototipazione per client  + refactoring server)</a:t>
            </a:r>
          </a:p>
          <a:p>
            <a:pPr marL="0" indent="0">
              <a:buNone/>
            </a:pPr>
            <a:endParaRPr lang="it-IT" sz="1600"/>
          </a:p>
        </p:txBody>
      </p:sp>
      <p:pic>
        <p:nvPicPr>
          <p:cNvPr id="1026" name="Picture 2" descr="Quello che c'è da sapere sul V-Model">
            <a:extLst>
              <a:ext uri="{FF2B5EF4-FFF2-40B4-BE49-F238E27FC236}">
                <a16:creationId xmlns:a16="http://schemas.microsoft.com/office/drawing/2014/main" id="{61274D36-3A25-3921-8693-B570E3FBA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2699" y="1644858"/>
            <a:ext cx="6533501" cy="3675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9498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1CB342-1C3C-B5B2-FDE0-EBFC89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it-IT" dirty="0"/>
              <a:t>requisiti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1ED712-D0FC-249C-469F-5D0BC8697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94560"/>
            <a:ext cx="5816600" cy="4024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Modalità di </a:t>
            </a:r>
            <a:r>
              <a:rPr lang="it-IT" dirty="0" err="1"/>
              <a:t>elicitazione</a:t>
            </a:r>
            <a:r>
              <a:rPr lang="it-IT" dirty="0"/>
              <a:t>:</a:t>
            </a:r>
          </a:p>
          <a:p>
            <a:pPr>
              <a:buFontTx/>
              <a:buChar char="-"/>
            </a:pPr>
            <a:r>
              <a:rPr lang="it-IT" dirty="0"/>
              <a:t>Derivazione da gioco di </a:t>
            </a:r>
            <a:r>
              <a:rPr lang="it-IT" i="1" dirty="0"/>
              <a:t>UNO </a:t>
            </a:r>
            <a:r>
              <a:rPr lang="it-IT" dirty="0"/>
              <a:t>(regole base)</a:t>
            </a:r>
          </a:p>
          <a:p>
            <a:pPr>
              <a:buFontTx/>
              <a:buChar char="-"/>
            </a:pPr>
            <a:r>
              <a:rPr lang="it-IT" dirty="0"/>
              <a:t>Analisi del dominio ( </a:t>
            </a:r>
            <a:r>
              <a:rPr lang="it-IT" dirty="0">
                <a:hlinkClick r:id="rId2"/>
              </a:rPr>
              <a:t>https://it.crazygames.com/gioco/uno-online</a:t>
            </a:r>
            <a:r>
              <a:rPr lang="it-IT" dirty="0"/>
              <a:t> )</a:t>
            </a:r>
          </a:p>
          <a:p>
            <a:pPr>
              <a:buFontTx/>
              <a:buChar char="-"/>
            </a:pPr>
            <a:r>
              <a:rPr lang="it-IT" dirty="0"/>
              <a:t>Prototipazione (per interfaccia grafica)</a:t>
            </a:r>
          </a:p>
          <a:p>
            <a:pPr>
              <a:buFontTx/>
              <a:buChar char="-"/>
            </a:pPr>
            <a:r>
              <a:rPr lang="it-IT" dirty="0"/>
              <a:t>Discussione tra membri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Specificati nel documento 2 REQUISITI (in formato IEEE 830)</a:t>
            </a:r>
          </a:p>
          <a:p>
            <a:pPr>
              <a:buFontTx/>
              <a:buChar char="-"/>
            </a:pPr>
            <a:endParaRPr lang="it-IT" dirty="0"/>
          </a:p>
        </p:txBody>
      </p:sp>
      <p:pic>
        <p:nvPicPr>
          <p:cNvPr id="7" name="Graphic 6" descr="Chess Pieces">
            <a:extLst>
              <a:ext uri="{FF2B5EF4-FFF2-40B4-BE49-F238E27FC236}">
                <a16:creationId xmlns:a16="http://schemas.microsoft.com/office/drawing/2014/main" id="{EFC2BFC5-330A-6A61-D31F-E2224085AC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5931" y="2272748"/>
            <a:ext cx="3639337" cy="363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09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2DB089-0B68-AAA1-6CFA-D9B4C1068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it-IT" dirty="0"/>
              <a:t>Architettura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8DF1A49C-AF90-2F85-2116-61244A4CD3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6386598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8815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78E138-8D46-BA59-F15C-9D074997E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it-IT" dirty="0"/>
              <a:t>Design pattern</a:t>
            </a:r>
          </a:p>
        </p:txBody>
      </p:sp>
      <p:pic>
        <p:nvPicPr>
          <p:cNvPr id="7" name="Graphic 6" descr="Server">
            <a:extLst>
              <a:ext uri="{FF2B5EF4-FFF2-40B4-BE49-F238E27FC236}">
                <a16:creationId xmlns:a16="http://schemas.microsoft.com/office/drawing/2014/main" id="{95EA7E8B-E5DB-AC67-0298-E6255B48C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731" y="2272748"/>
            <a:ext cx="3639337" cy="3639337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F565FB-4806-33BD-4137-87AE60025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600" y="2194560"/>
            <a:ext cx="58166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Utilizzo di pattern:</a:t>
            </a:r>
          </a:p>
          <a:p>
            <a:pPr>
              <a:buFontTx/>
              <a:buChar char="-"/>
            </a:pPr>
            <a:r>
              <a:rPr lang="it-IT" dirty="0"/>
              <a:t>Molti </a:t>
            </a:r>
            <a:r>
              <a:rPr lang="it-IT" i="1" dirty="0"/>
              <a:t>Observer</a:t>
            </a:r>
            <a:r>
              <a:rPr lang="it-IT" dirty="0"/>
              <a:t> (sia in client, sia in server)</a:t>
            </a:r>
          </a:p>
          <a:p>
            <a:pPr>
              <a:buFontTx/>
              <a:buChar char="-"/>
            </a:pPr>
            <a:r>
              <a:rPr lang="it-IT" i="1" dirty="0" err="1"/>
              <a:t>Factory</a:t>
            </a:r>
            <a:r>
              <a:rPr lang="it-IT" dirty="0"/>
              <a:t> per la creazione dei mazzi online (possibili estensioni future)</a:t>
            </a:r>
          </a:p>
          <a:p>
            <a:pPr>
              <a:buFontTx/>
              <a:buChar char="-"/>
            </a:pPr>
            <a:r>
              <a:rPr lang="it-IT" i="1" dirty="0" err="1"/>
              <a:t>Facade</a:t>
            </a:r>
            <a:r>
              <a:rPr lang="it-IT" dirty="0"/>
              <a:t> (</a:t>
            </a:r>
            <a:r>
              <a:rPr lang="it-IT" dirty="0" err="1"/>
              <a:t>ServerUno</a:t>
            </a:r>
            <a:r>
              <a:rPr lang="it-IT" dirty="0"/>
              <a:t> ed i suoi gestori)</a:t>
            </a:r>
          </a:p>
          <a:p>
            <a:pPr>
              <a:buFontTx/>
              <a:buChar char="-"/>
            </a:pPr>
            <a:endParaRPr lang="it-IT" dirty="0"/>
          </a:p>
          <a:p>
            <a:pPr>
              <a:buFontTx/>
              <a:buChar char="-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32445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A9848C-B43D-BCB7-555C-ABEB63FC8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it-IT" dirty="0"/>
              <a:t>qualità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0EFA7EE3-F384-6BC5-9763-0C503D3DC6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3387428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0990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86BAFC-D943-ADB6-99FD-60B4C68F0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it-IT" dirty="0"/>
              <a:t>modellazione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327639-0D38-7261-28EC-455FEE5F4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94560"/>
            <a:ext cx="58166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Diagrammi:</a:t>
            </a:r>
          </a:p>
          <a:p>
            <a:pPr>
              <a:buFontTx/>
              <a:buChar char="-"/>
            </a:pPr>
            <a:r>
              <a:rPr lang="it-IT" dirty="0"/>
              <a:t>Classe / Package</a:t>
            </a:r>
          </a:p>
          <a:p>
            <a:pPr>
              <a:buFontTx/>
              <a:buChar char="-"/>
            </a:pPr>
            <a:r>
              <a:rPr lang="it-IT" dirty="0"/>
              <a:t>Macchina a stati</a:t>
            </a:r>
          </a:p>
          <a:p>
            <a:pPr>
              <a:buFontTx/>
              <a:buChar char="-"/>
            </a:pPr>
            <a:r>
              <a:rPr lang="it-IT" dirty="0"/>
              <a:t>Casi d’uso</a:t>
            </a:r>
          </a:p>
          <a:p>
            <a:pPr>
              <a:buFontTx/>
              <a:buChar char="-"/>
            </a:pPr>
            <a:r>
              <a:rPr lang="it-IT" dirty="0"/>
              <a:t>Sequenza</a:t>
            </a:r>
          </a:p>
          <a:p>
            <a:pPr>
              <a:buFontTx/>
              <a:buChar char="-"/>
            </a:pPr>
            <a:r>
              <a:rPr lang="it-IT" dirty="0"/>
              <a:t>Comunicazione </a:t>
            </a:r>
          </a:p>
          <a:p>
            <a:pPr>
              <a:buFontTx/>
              <a:buChar char="-"/>
            </a:pPr>
            <a:r>
              <a:rPr lang="it-IT" dirty="0"/>
              <a:t>Attività</a:t>
            </a:r>
          </a:p>
          <a:p>
            <a:pPr>
              <a:buFontTx/>
              <a:buChar char="-"/>
            </a:pPr>
            <a:endParaRPr lang="it-IT" dirty="0"/>
          </a:p>
        </p:txBody>
      </p:sp>
      <p:pic>
        <p:nvPicPr>
          <p:cNvPr id="7" name="Graphic 6" descr="Documento">
            <a:extLst>
              <a:ext uri="{FF2B5EF4-FFF2-40B4-BE49-F238E27FC236}">
                <a16:creationId xmlns:a16="http://schemas.microsoft.com/office/drawing/2014/main" id="{E2B10695-5712-6F8E-6CB0-645D5990C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5931" y="2272748"/>
            <a:ext cx="3639337" cy="363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71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6B4E39-5C00-D5B8-5CA7-5A87D9E12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it-IT" dirty="0"/>
              <a:t>Implementazione (Strategia)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5C412C-ABD5-BD09-8763-BBCECCF80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94560"/>
            <a:ext cx="58166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Esperienza piacevole per l’utente tramite:</a:t>
            </a:r>
          </a:p>
          <a:p>
            <a:pPr>
              <a:buFontTx/>
              <a:buChar char="-"/>
            </a:pPr>
            <a:r>
              <a:rPr lang="it-IT" dirty="0"/>
              <a:t>Interfaccia colorata e intuitiva</a:t>
            </a:r>
          </a:p>
          <a:p>
            <a:pPr>
              <a:buFontTx/>
              <a:buChar char="-"/>
            </a:pPr>
            <a:r>
              <a:rPr lang="it-IT" dirty="0"/>
              <a:t>Separazione sezioni di gioco/gestione account</a:t>
            </a:r>
          </a:p>
          <a:p>
            <a:pPr>
              <a:buFontTx/>
              <a:buChar char="-"/>
            </a:pPr>
            <a:r>
              <a:rPr lang="it-IT" dirty="0"/>
              <a:t>Flusso di gioco simile alla variante realistica</a:t>
            </a:r>
          </a:p>
          <a:p>
            <a:pPr>
              <a:buFontTx/>
              <a:buChar char="-"/>
            </a:pPr>
            <a:endParaRPr lang="it-IT" dirty="0"/>
          </a:p>
          <a:p>
            <a:pPr>
              <a:buFontTx/>
              <a:buChar char="-"/>
            </a:pPr>
            <a:endParaRPr lang="it-IT" dirty="0"/>
          </a:p>
        </p:txBody>
      </p:sp>
      <p:pic>
        <p:nvPicPr>
          <p:cNvPr id="9" name="Graphic 6" descr="Thumbs Up Sign">
            <a:extLst>
              <a:ext uri="{FF2B5EF4-FFF2-40B4-BE49-F238E27FC236}">
                <a16:creationId xmlns:a16="http://schemas.microsoft.com/office/drawing/2014/main" id="{9DC0F49F-39BB-FF5E-1FE8-8E3F115AB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5931" y="2272748"/>
            <a:ext cx="3639337" cy="363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520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E84245-3955-DF58-773A-F3A6FE83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Implementazione (aspettative)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433CD911-72FC-B87E-F986-CC0FF84E7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303642"/>
            <a:ext cx="10820400" cy="380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64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1C6E2A-0A56-3053-3921-710CF370C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it-IT" dirty="0"/>
              <a:t>Implementazione (realtà)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301737BC-A607-F1DF-EFC6-A3AFB72924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2985563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0860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69CACD-0DE1-A7F8-2F97-F151E192F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it-IT" dirty="0"/>
              <a:t>Testing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88E3BB93-242B-92B1-C565-F3420F62D8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6625221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792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DD3D28-7AE2-04A4-1CF9-36DAAD1D9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it-IT" dirty="0" err="1"/>
              <a:t>MANutenzione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91A65C-1438-322D-5C3D-9059B8132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94560"/>
            <a:ext cx="58166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Nessuna manutenzione (degna di nota) è stata svolta</a:t>
            </a:r>
          </a:p>
        </p:txBody>
      </p:sp>
      <p:pic>
        <p:nvPicPr>
          <p:cNvPr id="7" name="Graphic 6" descr="Ripristinare">
            <a:extLst>
              <a:ext uri="{FF2B5EF4-FFF2-40B4-BE49-F238E27FC236}">
                <a16:creationId xmlns:a16="http://schemas.microsoft.com/office/drawing/2014/main" id="{AD957CF4-1164-CEE5-85D5-8EF3B9815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5931" y="2272748"/>
            <a:ext cx="3639337" cy="363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6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22DDE2-FB2D-421B-B377-F9AD495CE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95140B-9736-47E4-9A7D-ABB32F3AA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770CA6A-B3B0-4826-A91F-B2B1F8922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51B9DA-B0CC-480A-8EA5-4D5C3E051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529EF79F-6E4D-2608-C257-E484671A3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6028" y="965200"/>
            <a:ext cx="6170943" cy="43296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 dirty="0" err="1"/>
              <a:t>domande</a:t>
            </a:r>
            <a:r>
              <a:rPr lang="en-US" sz="5400" dirty="0"/>
              <a:t>?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FE641DB-A503-41DE-ACA6-36B41C6C2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62126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183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0F7CC8-A0A6-222C-D701-42D54B1D7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it-IT" dirty="0" err="1"/>
              <a:t>DEmo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1C1BB6-2A01-EDE5-445E-51E467812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94560"/>
            <a:ext cx="58166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Passando al gioco…</a:t>
            </a:r>
          </a:p>
        </p:txBody>
      </p:sp>
      <p:pic>
        <p:nvPicPr>
          <p:cNvPr id="7" name="Graphic 6" descr="Game controller">
            <a:extLst>
              <a:ext uri="{FF2B5EF4-FFF2-40B4-BE49-F238E27FC236}">
                <a16:creationId xmlns:a16="http://schemas.microsoft.com/office/drawing/2014/main" id="{2259D662-E952-F08F-5D77-8CE06CEE1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5931" y="2272748"/>
            <a:ext cx="3639337" cy="363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43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Scia di vapore">
  <a:themeElements>
    <a:clrScheme name="Scia di vapore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Scia di vapore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ia di vapore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TM04033937[[fn=Scia di vapore]]</Template>
  <TotalTime>220</TotalTime>
  <Words>404</Words>
  <Application>Microsoft Office PowerPoint</Application>
  <PresentationFormat>Widescreen</PresentationFormat>
  <Paragraphs>90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3" baseType="lpstr">
      <vt:lpstr>Arial</vt:lpstr>
      <vt:lpstr>Century Gothic</vt:lpstr>
      <vt:lpstr>Scia di vapore</vt:lpstr>
      <vt:lpstr>  ONE</vt:lpstr>
      <vt:lpstr>CHI SIAMO</vt:lpstr>
      <vt:lpstr>obiettivo</vt:lpstr>
      <vt:lpstr>DIFFICOLTà RISCONTRATE</vt:lpstr>
      <vt:lpstr>Tecnologie utilizzate</vt:lpstr>
      <vt:lpstr>Software configuration manager</vt:lpstr>
      <vt:lpstr>Modello di processo (aspettative)</vt:lpstr>
      <vt:lpstr>Modello di processo  (realtà)</vt:lpstr>
      <vt:lpstr>requisiti</vt:lpstr>
      <vt:lpstr>Architettura</vt:lpstr>
      <vt:lpstr>Design pattern</vt:lpstr>
      <vt:lpstr>qualità</vt:lpstr>
      <vt:lpstr>modellazione</vt:lpstr>
      <vt:lpstr>Implementazione (Strategia)</vt:lpstr>
      <vt:lpstr>Implementazione (aspettative)</vt:lpstr>
      <vt:lpstr>Implementazione (realtà)</vt:lpstr>
      <vt:lpstr>Testing</vt:lpstr>
      <vt:lpstr>MANutenzione</vt:lpstr>
      <vt:lpstr>domande?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SOAVA</dc:creator>
  <cp:lastModifiedBy>ANDREI SOAVA</cp:lastModifiedBy>
  <cp:revision>11</cp:revision>
  <dcterms:created xsi:type="dcterms:W3CDTF">2025-11-07T16:59:53Z</dcterms:created>
  <dcterms:modified xsi:type="dcterms:W3CDTF">2025-11-07T22:36:10Z</dcterms:modified>
</cp:coreProperties>
</file>